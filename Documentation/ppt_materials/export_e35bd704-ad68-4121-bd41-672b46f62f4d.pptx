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12483" y="2906606"/>
            <a:ext cx="430351" cy="250606"/>
          </a:xfrm>
          <a:custGeom>
            <a:avLst/>
            <a:gdLst/>
            <a:ahLst/>
            <a:cxnLst/>
            <a:rect l="0" t="0" r="0" b="0"/>
            <a:pathLst>
              <a:path w="430351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430351" y="24252"/>
                </a:moveTo>
                <a:lnTo>
                  <a:pt x="430351" y="226354"/>
                </a:lnTo>
                <a:moveTo>
                  <a:pt x="24252" y="0"/>
                </a:moveTo>
                <a:lnTo>
                  <a:pt x="406099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406099" y="0"/>
                </a:moveTo>
                <a:lnTo>
                  <a:pt x="414183" y="0"/>
                </a:lnTo>
                <a:cubicBezTo>
                  <a:pt x="423112" y="0"/>
                  <a:pt x="430351" y="7238"/>
                  <a:pt x="430351" y="16168"/>
                </a:cubicBezTo>
                <a:lnTo>
                  <a:pt x="430351" y="24252"/>
                </a:lnTo>
                <a:moveTo>
                  <a:pt x="406099" y="250606"/>
                </a:moveTo>
                <a:lnTo>
                  <a:pt x="24252" y="250606"/>
                </a:lnTo>
                <a:moveTo>
                  <a:pt x="406099" y="250606"/>
                </a:moveTo>
                <a:lnTo>
                  <a:pt x="414183" y="250606"/>
                </a:lnTo>
                <a:cubicBezTo>
                  <a:pt x="423112" y="250606"/>
                  <a:pt x="430351" y="243367"/>
                  <a:pt x="430351" y="234438"/>
                </a:cubicBezTo>
                <a:lnTo>
                  <a:pt x="430351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4559" y="2906606"/>
            <a:ext cx="363847" cy="250606"/>
          </a:xfrm>
          <a:custGeom>
            <a:avLst/>
            <a:gdLst/>
            <a:ahLst/>
            <a:cxnLst/>
            <a:rect l="0" t="0" r="0" b="0"/>
            <a:pathLst>
              <a:path w="363847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363847" y="24252"/>
                </a:moveTo>
                <a:lnTo>
                  <a:pt x="363847" y="226354"/>
                </a:lnTo>
                <a:moveTo>
                  <a:pt x="24252" y="0"/>
                </a:moveTo>
                <a:lnTo>
                  <a:pt x="339594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339594" y="0"/>
                </a:moveTo>
                <a:lnTo>
                  <a:pt x="347678" y="0"/>
                </a:lnTo>
                <a:cubicBezTo>
                  <a:pt x="356608" y="0"/>
                  <a:pt x="363847" y="7238"/>
                  <a:pt x="363847" y="16168"/>
                </a:cubicBezTo>
                <a:lnTo>
                  <a:pt x="363847" y="24252"/>
                </a:lnTo>
                <a:moveTo>
                  <a:pt x="339594" y="250606"/>
                </a:moveTo>
                <a:lnTo>
                  <a:pt x="24252" y="250606"/>
                </a:lnTo>
                <a:moveTo>
                  <a:pt x="339594" y="250606"/>
                </a:moveTo>
                <a:lnTo>
                  <a:pt x="347678" y="250606"/>
                </a:lnTo>
                <a:cubicBezTo>
                  <a:pt x="356608" y="250606"/>
                  <a:pt x="363847" y="243367"/>
                  <a:pt x="363847" y="234438"/>
                </a:cubicBezTo>
                <a:lnTo>
                  <a:pt x="363847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25043" y="2878328"/>
            <a:ext cx="380994" cy="307163"/>
          </a:xfrm>
          <a:custGeom>
            <a:avLst/>
            <a:gdLst/>
            <a:ahLst/>
            <a:cxnLst/>
            <a:rect l="0" t="0" r="0" b="0"/>
            <a:pathLst>
              <a:path w="380994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380994" y="24252"/>
                </a:moveTo>
                <a:lnTo>
                  <a:pt x="380994" y="282911"/>
                </a:lnTo>
                <a:moveTo>
                  <a:pt x="24252" y="0"/>
                </a:moveTo>
                <a:lnTo>
                  <a:pt x="356741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56741" y="0"/>
                </a:moveTo>
                <a:lnTo>
                  <a:pt x="364825" y="0"/>
                </a:lnTo>
                <a:cubicBezTo>
                  <a:pt x="373755" y="0"/>
                  <a:pt x="380994" y="7238"/>
                  <a:pt x="380994" y="16168"/>
                </a:cubicBezTo>
                <a:lnTo>
                  <a:pt x="380994" y="24252"/>
                </a:lnTo>
                <a:moveTo>
                  <a:pt x="356741" y="307163"/>
                </a:moveTo>
                <a:lnTo>
                  <a:pt x="24252" y="307163"/>
                </a:lnTo>
                <a:moveTo>
                  <a:pt x="356741" y="307163"/>
                </a:moveTo>
                <a:lnTo>
                  <a:pt x="364825" y="307163"/>
                </a:lnTo>
                <a:cubicBezTo>
                  <a:pt x="373755" y="307163"/>
                  <a:pt x="380994" y="299924"/>
                  <a:pt x="380994" y="290995"/>
                </a:cubicBezTo>
                <a:lnTo>
                  <a:pt x="380994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6725" y="3440125"/>
            <a:ext cx="341868" cy="250606"/>
          </a:xfrm>
          <a:custGeom>
            <a:avLst/>
            <a:gdLst/>
            <a:ahLst/>
            <a:cxnLst/>
            <a:rect l="0" t="0" r="0" b="0"/>
            <a:pathLst>
              <a:path w="341868" h="250606">
                <a:moveTo>
                  <a:pt x="60630" y="250606"/>
                </a:moveTo>
                <a:cubicBezTo>
                  <a:pt x="27145" y="250606"/>
                  <a:pt x="0" y="194506"/>
                  <a:pt x="0" y="125303"/>
                </a:cubicBezTo>
                <a:cubicBezTo>
                  <a:pt x="0" y="56100"/>
                  <a:pt x="27145" y="0"/>
                  <a:pt x="60630" y="0"/>
                </a:cubicBezTo>
                <a:moveTo>
                  <a:pt x="281237" y="250606"/>
                </a:moveTo>
                <a:cubicBezTo>
                  <a:pt x="314723" y="250606"/>
                  <a:pt x="341868" y="194506"/>
                  <a:pt x="341868" y="125303"/>
                </a:cubicBezTo>
                <a:cubicBezTo>
                  <a:pt x="341868" y="56100"/>
                  <a:pt x="314723" y="0"/>
                  <a:pt x="281237" y="0"/>
                </a:cubicBezTo>
                <a:moveTo>
                  <a:pt x="60630" y="0"/>
                </a:moveTo>
                <a:lnTo>
                  <a:pt x="281237" y="0"/>
                </a:lnTo>
                <a:moveTo>
                  <a:pt x="281237" y="250606"/>
                </a:moveTo>
                <a:lnTo>
                  <a:pt x="60630" y="250606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2965" y="3411846"/>
            <a:ext cx="427035" cy="307163"/>
          </a:xfrm>
          <a:custGeom>
            <a:avLst/>
            <a:gdLst/>
            <a:ahLst/>
            <a:cxnLst/>
            <a:rect l="0" t="0" r="0" b="0"/>
            <a:pathLst>
              <a:path w="427035" h="307163">
                <a:moveTo>
                  <a:pt x="60630" y="307163"/>
                </a:moveTo>
                <a:cubicBezTo>
                  <a:pt x="27145" y="307163"/>
                  <a:pt x="0" y="238402"/>
                  <a:pt x="0" y="153581"/>
                </a:cubicBezTo>
                <a:cubicBezTo>
                  <a:pt x="0" y="68760"/>
                  <a:pt x="27145" y="0"/>
                  <a:pt x="60630" y="0"/>
                </a:cubicBezTo>
                <a:moveTo>
                  <a:pt x="366404" y="307163"/>
                </a:moveTo>
                <a:cubicBezTo>
                  <a:pt x="399890" y="307163"/>
                  <a:pt x="427035" y="238402"/>
                  <a:pt x="427035" y="153581"/>
                </a:cubicBezTo>
                <a:cubicBezTo>
                  <a:pt x="427035" y="68760"/>
                  <a:pt x="399890" y="0"/>
                  <a:pt x="366404" y="0"/>
                </a:cubicBezTo>
                <a:moveTo>
                  <a:pt x="60630" y="0"/>
                </a:moveTo>
                <a:lnTo>
                  <a:pt x="366404" y="0"/>
                </a:lnTo>
                <a:moveTo>
                  <a:pt x="366404" y="307163"/>
                </a:moveTo>
                <a:lnTo>
                  <a:pt x="60630" y="307163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812" y="3411846"/>
            <a:ext cx="419456" cy="307163"/>
          </a:xfrm>
          <a:custGeom>
            <a:avLst/>
            <a:gdLst/>
            <a:ahLst/>
            <a:cxnLst/>
            <a:rect l="0" t="0" r="0" b="0"/>
            <a:pathLst>
              <a:path w="419456" h="307163">
                <a:moveTo>
                  <a:pt x="60630" y="307163"/>
                </a:moveTo>
                <a:cubicBezTo>
                  <a:pt x="27145" y="307163"/>
                  <a:pt x="0" y="238402"/>
                  <a:pt x="0" y="153581"/>
                </a:cubicBezTo>
                <a:cubicBezTo>
                  <a:pt x="0" y="68760"/>
                  <a:pt x="27145" y="0"/>
                  <a:pt x="60630" y="0"/>
                </a:cubicBezTo>
                <a:moveTo>
                  <a:pt x="358826" y="307163"/>
                </a:moveTo>
                <a:cubicBezTo>
                  <a:pt x="392311" y="307163"/>
                  <a:pt x="419456" y="238402"/>
                  <a:pt x="419456" y="153581"/>
                </a:cubicBezTo>
                <a:cubicBezTo>
                  <a:pt x="419456" y="68760"/>
                  <a:pt x="392311" y="0"/>
                  <a:pt x="358826" y="0"/>
                </a:cubicBezTo>
                <a:moveTo>
                  <a:pt x="60630" y="0"/>
                </a:moveTo>
                <a:lnTo>
                  <a:pt x="358826" y="0"/>
                </a:lnTo>
                <a:moveTo>
                  <a:pt x="358826" y="307163"/>
                </a:moveTo>
                <a:lnTo>
                  <a:pt x="60630" y="307163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54" y="3945364"/>
            <a:ext cx="416993" cy="307163"/>
          </a:xfrm>
          <a:custGeom>
            <a:avLst/>
            <a:gdLst/>
            <a:ahLst/>
            <a:cxnLst/>
            <a:rect l="0" t="0" r="0" b="0"/>
            <a:pathLst>
              <a:path w="416993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416993" y="24252"/>
                </a:moveTo>
                <a:lnTo>
                  <a:pt x="416993" y="282911"/>
                </a:lnTo>
                <a:moveTo>
                  <a:pt x="24252" y="0"/>
                </a:moveTo>
                <a:lnTo>
                  <a:pt x="392741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92741" y="0"/>
                </a:moveTo>
                <a:lnTo>
                  <a:pt x="400825" y="0"/>
                </a:lnTo>
                <a:cubicBezTo>
                  <a:pt x="409754" y="0"/>
                  <a:pt x="416993" y="7238"/>
                  <a:pt x="416993" y="16168"/>
                </a:cubicBezTo>
                <a:lnTo>
                  <a:pt x="416993" y="24252"/>
                </a:lnTo>
                <a:moveTo>
                  <a:pt x="392741" y="307163"/>
                </a:moveTo>
                <a:lnTo>
                  <a:pt x="24252" y="307163"/>
                </a:lnTo>
                <a:moveTo>
                  <a:pt x="392741" y="307163"/>
                </a:moveTo>
                <a:lnTo>
                  <a:pt x="400825" y="307163"/>
                </a:lnTo>
                <a:cubicBezTo>
                  <a:pt x="409754" y="307163"/>
                  <a:pt x="416993" y="299924"/>
                  <a:pt x="416993" y="290995"/>
                </a:cubicBezTo>
                <a:lnTo>
                  <a:pt x="416993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6250" y="3945364"/>
            <a:ext cx="398709" cy="307163"/>
          </a:xfrm>
          <a:custGeom>
            <a:avLst/>
            <a:gdLst/>
            <a:ahLst/>
            <a:cxnLst/>
            <a:rect l="0" t="0" r="0" b="0"/>
            <a:pathLst>
              <a:path w="398709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398709" y="24252"/>
                </a:moveTo>
                <a:lnTo>
                  <a:pt x="398709" y="282911"/>
                </a:lnTo>
                <a:moveTo>
                  <a:pt x="24252" y="0"/>
                </a:moveTo>
                <a:lnTo>
                  <a:pt x="374457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74457" y="0"/>
                </a:moveTo>
                <a:lnTo>
                  <a:pt x="382541" y="0"/>
                </a:lnTo>
                <a:cubicBezTo>
                  <a:pt x="391470" y="0"/>
                  <a:pt x="398709" y="7238"/>
                  <a:pt x="398709" y="16168"/>
                </a:cubicBezTo>
                <a:lnTo>
                  <a:pt x="398709" y="24252"/>
                </a:lnTo>
                <a:moveTo>
                  <a:pt x="374457" y="307163"/>
                </a:moveTo>
                <a:lnTo>
                  <a:pt x="24252" y="307163"/>
                </a:lnTo>
                <a:moveTo>
                  <a:pt x="374457" y="307163"/>
                </a:moveTo>
                <a:lnTo>
                  <a:pt x="382541" y="307163"/>
                </a:lnTo>
                <a:cubicBezTo>
                  <a:pt x="391470" y="307163"/>
                  <a:pt x="398709" y="299924"/>
                  <a:pt x="398709" y="290995"/>
                </a:cubicBezTo>
                <a:lnTo>
                  <a:pt x="398709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55777" y="3945364"/>
            <a:ext cx="343763" cy="307163"/>
          </a:xfrm>
          <a:custGeom>
            <a:avLst/>
            <a:gdLst/>
            <a:ahLst/>
            <a:cxnLst/>
            <a:rect l="0" t="0" r="0" b="0"/>
            <a:pathLst>
              <a:path w="343763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343763" y="24252"/>
                </a:moveTo>
                <a:lnTo>
                  <a:pt x="343763" y="282911"/>
                </a:lnTo>
                <a:moveTo>
                  <a:pt x="24252" y="0"/>
                </a:moveTo>
                <a:lnTo>
                  <a:pt x="319510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19510" y="0"/>
                </a:moveTo>
                <a:lnTo>
                  <a:pt x="327594" y="0"/>
                </a:lnTo>
                <a:cubicBezTo>
                  <a:pt x="336524" y="0"/>
                  <a:pt x="343763" y="7238"/>
                  <a:pt x="343763" y="16168"/>
                </a:cubicBezTo>
                <a:lnTo>
                  <a:pt x="343763" y="24252"/>
                </a:lnTo>
                <a:moveTo>
                  <a:pt x="319510" y="307163"/>
                </a:moveTo>
                <a:lnTo>
                  <a:pt x="24252" y="307163"/>
                </a:lnTo>
                <a:moveTo>
                  <a:pt x="319510" y="307163"/>
                </a:moveTo>
                <a:lnTo>
                  <a:pt x="327594" y="307163"/>
                </a:lnTo>
                <a:cubicBezTo>
                  <a:pt x="336524" y="307163"/>
                  <a:pt x="343763" y="299924"/>
                  <a:pt x="343763" y="290995"/>
                </a:cubicBezTo>
                <a:lnTo>
                  <a:pt x="343763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75148" y="3973643"/>
            <a:ext cx="461045" cy="250606"/>
          </a:xfrm>
          <a:custGeom>
            <a:avLst/>
            <a:gdLst/>
            <a:ahLst/>
            <a:cxnLst/>
            <a:rect l="0" t="0" r="0" b="0"/>
            <a:pathLst>
              <a:path w="461045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461045" y="24252"/>
                </a:moveTo>
                <a:lnTo>
                  <a:pt x="461045" y="226354"/>
                </a:lnTo>
                <a:moveTo>
                  <a:pt x="24252" y="0"/>
                </a:moveTo>
                <a:lnTo>
                  <a:pt x="436793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436793" y="0"/>
                </a:moveTo>
                <a:lnTo>
                  <a:pt x="444877" y="0"/>
                </a:lnTo>
                <a:cubicBezTo>
                  <a:pt x="453806" y="0"/>
                  <a:pt x="461045" y="7238"/>
                  <a:pt x="461045" y="16168"/>
                </a:cubicBezTo>
                <a:lnTo>
                  <a:pt x="461045" y="24252"/>
                </a:lnTo>
                <a:moveTo>
                  <a:pt x="436793" y="250606"/>
                </a:moveTo>
                <a:lnTo>
                  <a:pt x="24252" y="250606"/>
                </a:lnTo>
                <a:moveTo>
                  <a:pt x="436793" y="250606"/>
                </a:moveTo>
                <a:lnTo>
                  <a:pt x="444877" y="250606"/>
                </a:lnTo>
                <a:cubicBezTo>
                  <a:pt x="453806" y="250606"/>
                  <a:pt x="461045" y="243367"/>
                  <a:pt x="461045" y="234438"/>
                </a:cubicBezTo>
                <a:lnTo>
                  <a:pt x="461045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4281" y="3945364"/>
            <a:ext cx="398804" cy="307163"/>
          </a:xfrm>
          <a:custGeom>
            <a:avLst/>
            <a:gdLst/>
            <a:ahLst/>
            <a:cxnLst/>
            <a:rect l="0" t="0" r="0" b="0"/>
            <a:pathLst>
              <a:path w="398804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398804" y="24252"/>
                </a:moveTo>
                <a:lnTo>
                  <a:pt x="398804" y="282911"/>
                </a:lnTo>
                <a:moveTo>
                  <a:pt x="24252" y="0"/>
                </a:moveTo>
                <a:lnTo>
                  <a:pt x="374552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74552" y="0"/>
                </a:moveTo>
                <a:lnTo>
                  <a:pt x="382636" y="0"/>
                </a:lnTo>
                <a:cubicBezTo>
                  <a:pt x="391565" y="0"/>
                  <a:pt x="398804" y="7238"/>
                  <a:pt x="398804" y="16168"/>
                </a:cubicBezTo>
                <a:lnTo>
                  <a:pt x="398804" y="24252"/>
                </a:lnTo>
                <a:moveTo>
                  <a:pt x="374552" y="307163"/>
                </a:moveTo>
                <a:lnTo>
                  <a:pt x="24252" y="307163"/>
                </a:lnTo>
                <a:moveTo>
                  <a:pt x="374552" y="307163"/>
                </a:moveTo>
                <a:lnTo>
                  <a:pt x="382636" y="307163"/>
                </a:lnTo>
                <a:cubicBezTo>
                  <a:pt x="391565" y="307163"/>
                  <a:pt x="398804" y="299924"/>
                  <a:pt x="398804" y="290995"/>
                </a:cubicBezTo>
                <a:lnTo>
                  <a:pt x="398804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470" y="3945364"/>
            <a:ext cx="417562" cy="307163"/>
          </a:xfrm>
          <a:custGeom>
            <a:avLst/>
            <a:gdLst/>
            <a:ahLst/>
            <a:cxnLst/>
            <a:rect l="0" t="0" r="0" b="0"/>
            <a:pathLst>
              <a:path w="417562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417562" y="24252"/>
                </a:moveTo>
                <a:lnTo>
                  <a:pt x="417562" y="282911"/>
                </a:lnTo>
                <a:moveTo>
                  <a:pt x="24252" y="0"/>
                </a:moveTo>
                <a:lnTo>
                  <a:pt x="393309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93309" y="0"/>
                </a:moveTo>
                <a:lnTo>
                  <a:pt x="401393" y="0"/>
                </a:lnTo>
                <a:cubicBezTo>
                  <a:pt x="410323" y="0"/>
                  <a:pt x="417562" y="7238"/>
                  <a:pt x="417562" y="16168"/>
                </a:cubicBezTo>
                <a:lnTo>
                  <a:pt x="417562" y="24252"/>
                </a:lnTo>
                <a:moveTo>
                  <a:pt x="393309" y="307163"/>
                </a:moveTo>
                <a:lnTo>
                  <a:pt x="24252" y="307163"/>
                </a:lnTo>
                <a:moveTo>
                  <a:pt x="393309" y="307163"/>
                </a:moveTo>
                <a:lnTo>
                  <a:pt x="401393" y="307163"/>
                </a:lnTo>
                <a:cubicBezTo>
                  <a:pt x="410323" y="307163"/>
                  <a:pt x="417562" y="299924"/>
                  <a:pt x="417562" y="290995"/>
                </a:cubicBezTo>
                <a:lnTo>
                  <a:pt x="417562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777" y="3973643"/>
            <a:ext cx="287206" cy="250606"/>
          </a:xfrm>
          <a:custGeom>
            <a:avLst/>
            <a:gdLst/>
            <a:ahLst/>
            <a:cxnLst/>
            <a:rect l="0" t="0" r="0" b="0"/>
            <a:pathLst>
              <a:path w="287206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287206" y="24252"/>
                </a:moveTo>
                <a:lnTo>
                  <a:pt x="287206" y="226354"/>
                </a:lnTo>
                <a:moveTo>
                  <a:pt x="24252" y="0"/>
                </a:moveTo>
                <a:lnTo>
                  <a:pt x="262953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262953" y="0"/>
                </a:moveTo>
                <a:lnTo>
                  <a:pt x="271037" y="0"/>
                </a:lnTo>
                <a:cubicBezTo>
                  <a:pt x="279967" y="0"/>
                  <a:pt x="287206" y="7238"/>
                  <a:pt x="287206" y="16168"/>
                </a:cubicBezTo>
                <a:lnTo>
                  <a:pt x="287206" y="24252"/>
                </a:lnTo>
                <a:moveTo>
                  <a:pt x="262953" y="250606"/>
                </a:moveTo>
                <a:lnTo>
                  <a:pt x="24252" y="250606"/>
                </a:lnTo>
                <a:moveTo>
                  <a:pt x="262953" y="250606"/>
                </a:moveTo>
                <a:lnTo>
                  <a:pt x="271037" y="250606"/>
                </a:lnTo>
                <a:cubicBezTo>
                  <a:pt x="279967" y="250606"/>
                  <a:pt x="287206" y="243367"/>
                  <a:pt x="287206" y="234438"/>
                </a:cubicBezTo>
                <a:lnTo>
                  <a:pt x="287206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8103" y="3973643"/>
            <a:ext cx="264374" cy="250606"/>
          </a:xfrm>
          <a:custGeom>
            <a:avLst/>
            <a:gdLst/>
            <a:ahLst/>
            <a:cxnLst/>
            <a:rect l="0" t="0" r="0" b="0"/>
            <a:pathLst>
              <a:path w="264374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264374" y="24252"/>
                </a:moveTo>
                <a:lnTo>
                  <a:pt x="264374" y="226354"/>
                </a:lnTo>
                <a:moveTo>
                  <a:pt x="24252" y="0"/>
                </a:moveTo>
                <a:lnTo>
                  <a:pt x="240122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240122" y="0"/>
                </a:moveTo>
                <a:lnTo>
                  <a:pt x="248206" y="0"/>
                </a:lnTo>
                <a:cubicBezTo>
                  <a:pt x="257135" y="0"/>
                  <a:pt x="264374" y="7238"/>
                  <a:pt x="264374" y="16168"/>
                </a:cubicBezTo>
                <a:lnTo>
                  <a:pt x="264374" y="24252"/>
                </a:lnTo>
                <a:moveTo>
                  <a:pt x="240122" y="250606"/>
                </a:moveTo>
                <a:lnTo>
                  <a:pt x="24252" y="250606"/>
                </a:lnTo>
                <a:moveTo>
                  <a:pt x="240122" y="250606"/>
                </a:moveTo>
                <a:lnTo>
                  <a:pt x="248206" y="250606"/>
                </a:lnTo>
                <a:cubicBezTo>
                  <a:pt x="257135" y="250606"/>
                  <a:pt x="264374" y="243367"/>
                  <a:pt x="264374" y="234438"/>
                </a:cubicBezTo>
                <a:lnTo>
                  <a:pt x="264374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11145" y="3945364"/>
            <a:ext cx="467961" cy="307163"/>
          </a:xfrm>
          <a:custGeom>
            <a:avLst/>
            <a:gdLst/>
            <a:ahLst/>
            <a:cxnLst/>
            <a:rect l="0" t="0" r="0" b="0"/>
            <a:pathLst>
              <a:path w="467961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467961" y="24252"/>
                </a:moveTo>
                <a:lnTo>
                  <a:pt x="467961" y="282911"/>
                </a:lnTo>
                <a:moveTo>
                  <a:pt x="24252" y="0"/>
                </a:moveTo>
                <a:lnTo>
                  <a:pt x="443708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443708" y="0"/>
                </a:moveTo>
                <a:lnTo>
                  <a:pt x="451793" y="0"/>
                </a:lnTo>
                <a:cubicBezTo>
                  <a:pt x="460722" y="0"/>
                  <a:pt x="467961" y="7238"/>
                  <a:pt x="467961" y="16168"/>
                </a:cubicBezTo>
                <a:lnTo>
                  <a:pt x="467961" y="24252"/>
                </a:lnTo>
                <a:moveTo>
                  <a:pt x="443708" y="307163"/>
                </a:moveTo>
                <a:lnTo>
                  <a:pt x="24252" y="307163"/>
                </a:lnTo>
                <a:moveTo>
                  <a:pt x="443708" y="307163"/>
                </a:moveTo>
                <a:lnTo>
                  <a:pt x="451793" y="307163"/>
                </a:lnTo>
                <a:cubicBezTo>
                  <a:pt x="460722" y="307163"/>
                  <a:pt x="467961" y="299924"/>
                  <a:pt x="467961" y="290995"/>
                </a:cubicBezTo>
                <a:lnTo>
                  <a:pt x="467961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21186" y="3973643"/>
            <a:ext cx="381752" cy="250606"/>
          </a:xfrm>
          <a:custGeom>
            <a:avLst/>
            <a:gdLst/>
            <a:ahLst/>
            <a:cxnLst/>
            <a:rect l="0" t="0" r="0" b="0"/>
            <a:pathLst>
              <a:path w="381752" h="250606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26354"/>
                </a:lnTo>
                <a:moveTo>
                  <a:pt x="381752" y="24252"/>
                </a:moveTo>
                <a:lnTo>
                  <a:pt x="381752" y="226354"/>
                </a:lnTo>
                <a:moveTo>
                  <a:pt x="24252" y="0"/>
                </a:moveTo>
                <a:lnTo>
                  <a:pt x="357499" y="0"/>
                </a:lnTo>
                <a:moveTo>
                  <a:pt x="24252" y="250606"/>
                </a:moveTo>
                <a:lnTo>
                  <a:pt x="16168" y="250606"/>
                </a:lnTo>
                <a:cubicBezTo>
                  <a:pt x="7238" y="250606"/>
                  <a:pt x="0" y="243367"/>
                  <a:pt x="0" y="234438"/>
                </a:cubicBezTo>
                <a:lnTo>
                  <a:pt x="0" y="226354"/>
                </a:lnTo>
                <a:moveTo>
                  <a:pt x="357499" y="0"/>
                </a:moveTo>
                <a:lnTo>
                  <a:pt x="365583" y="0"/>
                </a:lnTo>
                <a:cubicBezTo>
                  <a:pt x="374513" y="0"/>
                  <a:pt x="381752" y="7238"/>
                  <a:pt x="381752" y="16168"/>
                </a:cubicBezTo>
                <a:lnTo>
                  <a:pt x="381752" y="24252"/>
                </a:lnTo>
                <a:moveTo>
                  <a:pt x="357499" y="250606"/>
                </a:moveTo>
                <a:lnTo>
                  <a:pt x="24252" y="250606"/>
                </a:lnTo>
                <a:moveTo>
                  <a:pt x="357499" y="250606"/>
                </a:moveTo>
                <a:lnTo>
                  <a:pt x="365583" y="250606"/>
                </a:lnTo>
                <a:cubicBezTo>
                  <a:pt x="374513" y="250606"/>
                  <a:pt x="381752" y="243367"/>
                  <a:pt x="381752" y="234438"/>
                </a:cubicBezTo>
                <a:lnTo>
                  <a:pt x="381752" y="22635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92969" y="3945364"/>
            <a:ext cx="481034" cy="307163"/>
          </a:xfrm>
          <a:custGeom>
            <a:avLst/>
            <a:gdLst/>
            <a:ahLst/>
            <a:cxnLst/>
            <a:rect l="0" t="0" r="0" b="0"/>
            <a:pathLst>
              <a:path w="481034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481034" y="24252"/>
                </a:moveTo>
                <a:lnTo>
                  <a:pt x="481034" y="282911"/>
                </a:lnTo>
                <a:moveTo>
                  <a:pt x="24252" y="0"/>
                </a:moveTo>
                <a:lnTo>
                  <a:pt x="456782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456782" y="0"/>
                </a:moveTo>
                <a:lnTo>
                  <a:pt x="464866" y="0"/>
                </a:lnTo>
                <a:cubicBezTo>
                  <a:pt x="473795" y="0"/>
                  <a:pt x="481034" y="7238"/>
                  <a:pt x="481034" y="16168"/>
                </a:cubicBezTo>
                <a:lnTo>
                  <a:pt x="481034" y="24252"/>
                </a:lnTo>
                <a:moveTo>
                  <a:pt x="456782" y="307163"/>
                </a:moveTo>
                <a:lnTo>
                  <a:pt x="24252" y="307163"/>
                </a:lnTo>
                <a:moveTo>
                  <a:pt x="456782" y="307163"/>
                </a:moveTo>
                <a:lnTo>
                  <a:pt x="464866" y="307163"/>
                </a:lnTo>
                <a:cubicBezTo>
                  <a:pt x="473795" y="307163"/>
                  <a:pt x="481034" y="299924"/>
                  <a:pt x="481034" y="290995"/>
                </a:cubicBezTo>
                <a:lnTo>
                  <a:pt x="481034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16754" y="3945364"/>
            <a:ext cx="397572" cy="307163"/>
          </a:xfrm>
          <a:custGeom>
            <a:avLst/>
            <a:gdLst/>
            <a:ahLst/>
            <a:cxnLst/>
            <a:rect l="0" t="0" r="0" b="0"/>
            <a:pathLst>
              <a:path w="397572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397572" y="24252"/>
                </a:moveTo>
                <a:lnTo>
                  <a:pt x="397572" y="282911"/>
                </a:lnTo>
                <a:moveTo>
                  <a:pt x="24252" y="0"/>
                </a:moveTo>
                <a:lnTo>
                  <a:pt x="373320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373320" y="0"/>
                </a:moveTo>
                <a:lnTo>
                  <a:pt x="381404" y="0"/>
                </a:lnTo>
                <a:cubicBezTo>
                  <a:pt x="390333" y="0"/>
                  <a:pt x="397572" y="7238"/>
                  <a:pt x="397572" y="16168"/>
                </a:cubicBezTo>
                <a:lnTo>
                  <a:pt x="397572" y="24252"/>
                </a:lnTo>
                <a:moveTo>
                  <a:pt x="373320" y="307163"/>
                </a:moveTo>
                <a:lnTo>
                  <a:pt x="24252" y="307163"/>
                </a:lnTo>
                <a:moveTo>
                  <a:pt x="373320" y="307163"/>
                </a:moveTo>
                <a:lnTo>
                  <a:pt x="381404" y="307163"/>
                </a:lnTo>
                <a:cubicBezTo>
                  <a:pt x="390333" y="307163"/>
                  <a:pt x="397572" y="299924"/>
                  <a:pt x="397572" y="290995"/>
                </a:cubicBezTo>
                <a:lnTo>
                  <a:pt x="397572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58972" y="3945364"/>
            <a:ext cx="477245" cy="307163"/>
          </a:xfrm>
          <a:custGeom>
            <a:avLst/>
            <a:gdLst/>
            <a:ahLst/>
            <a:cxnLst/>
            <a:rect l="0" t="0" r="0" b="0"/>
            <a:pathLst>
              <a:path w="477245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477245" y="24252"/>
                </a:moveTo>
                <a:lnTo>
                  <a:pt x="477245" y="282911"/>
                </a:lnTo>
                <a:moveTo>
                  <a:pt x="24252" y="0"/>
                </a:moveTo>
                <a:lnTo>
                  <a:pt x="452993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452993" y="0"/>
                </a:moveTo>
                <a:lnTo>
                  <a:pt x="461077" y="0"/>
                </a:lnTo>
                <a:cubicBezTo>
                  <a:pt x="470006" y="0"/>
                  <a:pt x="477245" y="7238"/>
                  <a:pt x="477245" y="16168"/>
                </a:cubicBezTo>
                <a:lnTo>
                  <a:pt x="477245" y="24252"/>
                </a:lnTo>
                <a:moveTo>
                  <a:pt x="452993" y="307163"/>
                </a:moveTo>
                <a:lnTo>
                  <a:pt x="24252" y="307163"/>
                </a:lnTo>
                <a:moveTo>
                  <a:pt x="452993" y="307163"/>
                </a:moveTo>
                <a:lnTo>
                  <a:pt x="461077" y="307163"/>
                </a:lnTo>
                <a:cubicBezTo>
                  <a:pt x="470006" y="307163"/>
                  <a:pt x="477245" y="299924"/>
                  <a:pt x="477245" y="290995"/>
                </a:cubicBezTo>
                <a:lnTo>
                  <a:pt x="477245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16821" y="3945364"/>
            <a:ext cx="525655" cy="307163"/>
          </a:xfrm>
          <a:custGeom>
            <a:avLst/>
            <a:gdLst/>
            <a:ahLst/>
            <a:cxnLst/>
            <a:rect l="0" t="0" r="0" b="0"/>
            <a:pathLst>
              <a:path w="525655" h="307163">
                <a:moveTo>
                  <a:pt x="24252" y="0"/>
                </a:moveTo>
                <a:lnTo>
                  <a:pt x="16168" y="0"/>
                </a:lnTo>
                <a:cubicBezTo>
                  <a:pt x="7238" y="0"/>
                  <a:pt x="0" y="7238"/>
                  <a:pt x="0" y="16168"/>
                </a:cubicBezTo>
                <a:lnTo>
                  <a:pt x="0" y="24252"/>
                </a:lnTo>
                <a:moveTo>
                  <a:pt x="0" y="24252"/>
                </a:moveTo>
                <a:lnTo>
                  <a:pt x="0" y="282911"/>
                </a:lnTo>
                <a:moveTo>
                  <a:pt x="525655" y="24252"/>
                </a:moveTo>
                <a:lnTo>
                  <a:pt x="525655" y="282911"/>
                </a:lnTo>
                <a:moveTo>
                  <a:pt x="24252" y="0"/>
                </a:moveTo>
                <a:lnTo>
                  <a:pt x="501402" y="0"/>
                </a:lnTo>
                <a:moveTo>
                  <a:pt x="24252" y="307163"/>
                </a:moveTo>
                <a:lnTo>
                  <a:pt x="16168" y="307163"/>
                </a:lnTo>
                <a:cubicBezTo>
                  <a:pt x="7238" y="307163"/>
                  <a:pt x="0" y="299924"/>
                  <a:pt x="0" y="290995"/>
                </a:cubicBezTo>
                <a:lnTo>
                  <a:pt x="0" y="282911"/>
                </a:lnTo>
                <a:moveTo>
                  <a:pt x="501402" y="0"/>
                </a:moveTo>
                <a:lnTo>
                  <a:pt x="509486" y="0"/>
                </a:lnTo>
                <a:cubicBezTo>
                  <a:pt x="518416" y="0"/>
                  <a:pt x="525655" y="7238"/>
                  <a:pt x="525655" y="16168"/>
                </a:cubicBezTo>
                <a:lnTo>
                  <a:pt x="525655" y="24252"/>
                </a:lnTo>
                <a:moveTo>
                  <a:pt x="501402" y="307163"/>
                </a:moveTo>
                <a:lnTo>
                  <a:pt x="24252" y="307163"/>
                </a:lnTo>
                <a:moveTo>
                  <a:pt x="501402" y="307163"/>
                </a:moveTo>
                <a:lnTo>
                  <a:pt x="509486" y="307163"/>
                </a:lnTo>
                <a:cubicBezTo>
                  <a:pt x="518416" y="307163"/>
                  <a:pt x="525655" y="299924"/>
                  <a:pt x="525655" y="290995"/>
                </a:cubicBezTo>
                <a:lnTo>
                  <a:pt x="525655" y="28291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Group 23"/>
          <p:cNvGrpSpPr/>
          <p:nvPr/>
        </p:nvGrpSpPr>
        <p:grpSpPr>
          <a:xfrm>
            <a:off x="1901386" y="2805571"/>
            <a:ext cx="1691594" cy="1067018"/>
            <a:chOff x="1443341" y="436540"/>
            <a:chExt cx="1691594" cy="1067018"/>
          </a:xfrm>
        </p:grpSpPr>
        <p:sp>
          <p:nvSpPr>
            <p:cNvPr id="22" name="Rounded Rectangle 21"/>
            <p:cNvSpPr/>
            <p:nvPr/>
          </p:nvSpPr>
          <p:spPr>
            <a:xfrm>
              <a:off x="1469614" y="436540"/>
              <a:ext cx="1665321" cy="1067018"/>
            </a:xfrm>
            <a:custGeom>
              <a:avLst/>
              <a:gdLst/>
              <a:ahLst/>
              <a:cxnLst/>
              <a:rect l="0" t="0" r="0" b="0"/>
              <a:pathLst>
                <a:path w="1665321" h="1067018">
                  <a:moveTo>
                    <a:pt x="0" y="885167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616817" y="1067018"/>
                  </a:lnTo>
                  <a:cubicBezTo>
                    <a:pt x="1643616" y="1067018"/>
                    <a:pt x="1665321" y="1045312"/>
                    <a:pt x="1665321" y="1018514"/>
                  </a:cubicBezTo>
                  <a:lnTo>
                    <a:pt x="1665321" y="48504"/>
                  </a:lnTo>
                  <a:cubicBezTo>
                    <a:pt x="1665321" y="21705"/>
                    <a:pt x="1643616" y="0"/>
                    <a:pt x="1616817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443341" y="505255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7277" y="3690731"/>
            <a:ext cx="1190381" cy="248586"/>
            <a:chOff x="279232" y="1321700"/>
            <a:chExt cx="1190381" cy="248586"/>
          </a:xfrm>
        </p:grpSpPr>
        <p:sp>
          <p:nvSpPr>
            <p:cNvPr id="25" name="Rounded Rectangle 24"/>
            <p:cNvSpPr/>
            <p:nvPr/>
          </p:nvSpPr>
          <p:spPr>
            <a:xfrm>
              <a:off x="305505" y="1321700"/>
              <a:ext cx="1164108" cy="246564"/>
            </a:xfrm>
            <a:custGeom>
              <a:avLst/>
              <a:gdLst/>
              <a:ahLst/>
              <a:cxnLst/>
              <a:rect l="0" t="0" r="0" b="0"/>
              <a:pathLst>
                <a:path w="1164108" h="246564">
                  <a:moveTo>
                    <a:pt x="1164108" y="0"/>
                  </a:moveTo>
                  <a:lnTo>
                    <a:pt x="1164108" y="133387"/>
                  </a:lnTo>
                  <a:cubicBezTo>
                    <a:pt x="1164108" y="160145"/>
                    <a:pt x="1142402" y="181891"/>
                    <a:pt x="1115603" y="181891"/>
                  </a:cubicBezTo>
                  <a:lnTo>
                    <a:pt x="48504" y="181891"/>
                  </a:lnTo>
                  <a:cubicBezTo>
                    <a:pt x="21705" y="181891"/>
                    <a:pt x="0" y="203597"/>
                    <a:pt x="0" y="230396"/>
                  </a:cubicBez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79232" y="154401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319331" y="3690731"/>
            <a:ext cx="608328" cy="248586"/>
            <a:chOff x="861286" y="1321700"/>
            <a:chExt cx="608328" cy="248586"/>
          </a:xfrm>
        </p:grpSpPr>
        <p:sp>
          <p:nvSpPr>
            <p:cNvPr id="28" name="Rounded Rectangle 27"/>
            <p:cNvSpPr/>
            <p:nvPr/>
          </p:nvSpPr>
          <p:spPr>
            <a:xfrm>
              <a:off x="887560" y="1321700"/>
              <a:ext cx="582054" cy="246564"/>
            </a:xfrm>
            <a:custGeom>
              <a:avLst/>
              <a:gdLst/>
              <a:ahLst/>
              <a:cxnLst/>
              <a:rect l="0" t="0" r="0" b="0"/>
              <a:pathLst>
                <a:path w="582054" h="246564">
                  <a:moveTo>
                    <a:pt x="582054" y="0"/>
                  </a:moveTo>
                  <a:lnTo>
                    <a:pt x="582054" y="133387"/>
                  </a:lnTo>
                  <a:cubicBezTo>
                    <a:pt x="582054" y="160145"/>
                    <a:pt x="560348" y="181891"/>
                    <a:pt x="533549" y="181891"/>
                  </a:cubicBezTo>
                  <a:lnTo>
                    <a:pt x="48504" y="181891"/>
                  </a:lnTo>
                  <a:cubicBezTo>
                    <a:pt x="21705" y="181891"/>
                    <a:pt x="0" y="203597"/>
                    <a:pt x="0" y="230396"/>
                  </a:cubicBez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61286" y="154401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901386" y="3690731"/>
            <a:ext cx="52546" cy="248586"/>
            <a:chOff x="1443341" y="1321700"/>
            <a:chExt cx="52546" cy="248586"/>
          </a:xfrm>
        </p:grpSpPr>
        <p:sp>
          <p:nvSpPr>
            <p:cNvPr id="31" name="Rounded Rectangle 30"/>
            <p:cNvSpPr/>
            <p:nvPr/>
          </p:nvSpPr>
          <p:spPr>
            <a:xfrm>
              <a:off x="1469614" y="1321700"/>
              <a:ext cx="4042" cy="246564"/>
            </a:xfrm>
            <a:custGeom>
              <a:avLst/>
              <a:gdLst/>
              <a:ahLst/>
              <a:cxnLst/>
              <a:rect l="0" t="0" r="0" b="0"/>
              <a:pathLst>
                <a:path w="4042" h="246564">
                  <a:moveTo>
                    <a:pt x="0" y="0"/>
                  </a:move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443341" y="154401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927659" y="3690731"/>
            <a:ext cx="604285" cy="276880"/>
            <a:chOff x="1469614" y="1321700"/>
            <a:chExt cx="604285" cy="276880"/>
          </a:xfrm>
        </p:grpSpPr>
        <p:sp>
          <p:nvSpPr>
            <p:cNvPr id="34" name="Rounded Rectangle 33"/>
            <p:cNvSpPr/>
            <p:nvPr/>
          </p:nvSpPr>
          <p:spPr>
            <a:xfrm>
              <a:off x="1469614" y="1321700"/>
              <a:ext cx="578012" cy="274818"/>
            </a:xfrm>
            <a:custGeom>
              <a:avLst/>
              <a:gdLst/>
              <a:ahLst/>
              <a:cxnLst/>
              <a:rect l="0" t="0" r="0" b="0"/>
              <a:pathLst>
                <a:path w="578012" h="274818">
                  <a:moveTo>
                    <a:pt x="0" y="0"/>
                  </a:moveTo>
                  <a:lnTo>
                    <a:pt x="0" y="133387"/>
                  </a:lnTo>
                  <a:cubicBezTo>
                    <a:pt x="0" y="160145"/>
                    <a:pt x="21705" y="181891"/>
                    <a:pt x="48504" y="181891"/>
                  </a:cubicBezTo>
                  <a:lnTo>
                    <a:pt x="529507" y="181891"/>
                  </a:lnTo>
                  <a:cubicBezTo>
                    <a:pt x="556306" y="181891"/>
                    <a:pt x="578012" y="203597"/>
                    <a:pt x="578012" y="230396"/>
                  </a:cubicBezTo>
                  <a:lnTo>
                    <a:pt x="578012" y="274818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021353" y="157230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927659" y="3690731"/>
            <a:ext cx="1182297" cy="248586"/>
            <a:chOff x="1469614" y="1321700"/>
            <a:chExt cx="1182297" cy="248586"/>
          </a:xfrm>
        </p:grpSpPr>
        <p:sp>
          <p:nvSpPr>
            <p:cNvPr id="37" name="Rounded Rectangle 36"/>
            <p:cNvSpPr/>
            <p:nvPr/>
          </p:nvSpPr>
          <p:spPr>
            <a:xfrm>
              <a:off x="1469614" y="1321700"/>
              <a:ext cx="1156024" cy="246564"/>
            </a:xfrm>
            <a:custGeom>
              <a:avLst/>
              <a:gdLst/>
              <a:ahLst/>
              <a:cxnLst/>
              <a:rect l="0" t="0" r="0" b="0"/>
              <a:pathLst>
                <a:path w="1156024" h="246564">
                  <a:moveTo>
                    <a:pt x="0" y="0"/>
                  </a:moveTo>
                  <a:lnTo>
                    <a:pt x="0" y="133387"/>
                  </a:lnTo>
                  <a:cubicBezTo>
                    <a:pt x="0" y="160145"/>
                    <a:pt x="21705" y="181891"/>
                    <a:pt x="48504" y="181891"/>
                  </a:cubicBezTo>
                  <a:lnTo>
                    <a:pt x="1107519" y="181891"/>
                  </a:lnTo>
                  <a:cubicBezTo>
                    <a:pt x="1134318" y="181891"/>
                    <a:pt x="1156024" y="203597"/>
                    <a:pt x="1156024" y="230396"/>
                  </a:cubicBezTo>
                  <a:lnTo>
                    <a:pt x="1156024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9365" y="154401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480209" y="2805571"/>
            <a:ext cx="1174213" cy="1067018"/>
            <a:chOff x="4022164" y="436540"/>
            <a:chExt cx="1174213" cy="1067018"/>
          </a:xfrm>
        </p:grpSpPr>
        <p:sp>
          <p:nvSpPr>
            <p:cNvPr id="40" name="Rounded Rectangle 39"/>
            <p:cNvSpPr/>
            <p:nvPr/>
          </p:nvSpPr>
          <p:spPr>
            <a:xfrm>
              <a:off x="4048437" y="436540"/>
              <a:ext cx="1147940" cy="1067018"/>
            </a:xfrm>
            <a:custGeom>
              <a:avLst/>
              <a:gdLst/>
              <a:ahLst/>
              <a:cxnLst/>
              <a:rect l="0" t="0" r="0" b="0"/>
              <a:pathLst>
                <a:path w="1147940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099435" y="1067018"/>
                  </a:lnTo>
                  <a:cubicBezTo>
                    <a:pt x="1126234" y="1067018"/>
                    <a:pt x="1147940" y="1045312"/>
                    <a:pt x="1147940" y="1018514"/>
                  </a:cubicBezTo>
                  <a:lnTo>
                    <a:pt x="1147940" y="48504"/>
                  </a:lnTo>
                  <a:cubicBezTo>
                    <a:pt x="1147940" y="21705"/>
                    <a:pt x="1126234" y="0"/>
                    <a:pt x="1099435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022164" y="505255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784978" y="3719010"/>
            <a:ext cx="721504" cy="220291"/>
            <a:chOff x="3326933" y="1349979"/>
            <a:chExt cx="721504" cy="220291"/>
          </a:xfrm>
        </p:grpSpPr>
        <p:sp>
          <p:nvSpPr>
            <p:cNvPr id="43" name="Rounded Rectangle 42"/>
            <p:cNvSpPr/>
            <p:nvPr/>
          </p:nvSpPr>
          <p:spPr>
            <a:xfrm>
              <a:off x="3353206" y="1349979"/>
              <a:ext cx="695231" cy="218270"/>
            </a:xfrm>
            <a:custGeom>
              <a:avLst/>
              <a:gdLst/>
              <a:ahLst/>
              <a:cxnLst/>
              <a:rect l="0" t="0" r="0" b="0"/>
              <a:pathLst>
                <a:path w="695231" h="218270">
                  <a:moveTo>
                    <a:pt x="695231" y="0"/>
                  </a:moveTo>
                  <a:lnTo>
                    <a:pt x="695231" y="105093"/>
                  </a:lnTo>
                  <a:cubicBezTo>
                    <a:pt x="695231" y="131891"/>
                    <a:pt x="673525" y="153597"/>
                    <a:pt x="646726" y="153597"/>
                  </a:cubicBezTo>
                  <a:lnTo>
                    <a:pt x="48504" y="153597"/>
                  </a:lnTo>
                  <a:cubicBezTo>
                    <a:pt x="21705" y="153597"/>
                    <a:pt x="0" y="175303"/>
                    <a:pt x="0" y="202102"/>
                  </a:cubicBezTo>
                  <a:lnTo>
                    <a:pt x="0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326933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4278107" y="3719010"/>
            <a:ext cx="228375" cy="248585"/>
            <a:chOff x="3820062" y="1349979"/>
            <a:chExt cx="228375" cy="248585"/>
          </a:xfrm>
        </p:grpSpPr>
        <p:sp>
          <p:nvSpPr>
            <p:cNvPr id="46" name="Rounded Rectangle 45"/>
            <p:cNvSpPr/>
            <p:nvPr/>
          </p:nvSpPr>
          <p:spPr>
            <a:xfrm>
              <a:off x="3846335" y="1349979"/>
              <a:ext cx="202102" cy="246564"/>
            </a:xfrm>
            <a:custGeom>
              <a:avLst/>
              <a:gdLst/>
              <a:ahLst/>
              <a:cxnLst/>
              <a:rect l="0" t="0" r="0" b="0"/>
              <a:pathLst>
                <a:path w="202102" h="246564">
                  <a:moveTo>
                    <a:pt x="202102" y="0"/>
                  </a:moveTo>
                  <a:lnTo>
                    <a:pt x="202102" y="105093"/>
                  </a:lnTo>
                  <a:cubicBezTo>
                    <a:pt x="202102" y="131891"/>
                    <a:pt x="180396" y="153597"/>
                    <a:pt x="153597" y="153597"/>
                  </a:cubicBezTo>
                  <a:lnTo>
                    <a:pt x="48504" y="153597"/>
                  </a:lnTo>
                  <a:cubicBezTo>
                    <a:pt x="21705" y="153597"/>
                    <a:pt x="0" y="175303"/>
                    <a:pt x="0" y="202102"/>
                  </a:cubicBez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820062" y="1572291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506482" y="3719010"/>
            <a:ext cx="200081" cy="248585"/>
            <a:chOff x="4048437" y="1349979"/>
            <a:chExt cx="200081" cy="248585"/>
          </a:xfrm>
        </p:grpSpPr>
        <p:sp>
          <p:nvSpPr>
            <p:cNvPr id="49" name="Rounded Rectangle 48"/>
            <p:cNvSpPr/>
            <p:nvPr/>
          </p:nvSpPr>
          <p:spPr>
            <a:xfrm>
              <a:off x="4048437" y="1349979"/>
              <a:ext cx="173807" cy="246564"/>
            </a:xfrm>
            <a:custGeom>
              <a:avLst/>
              <a:gdLst/>
              <a:ahLst/>
              <a:cxnLst/>
              <a:rect l="0" t="0" r="0" b="0"/>
              <a:pathLst>
                <a:path w="173807" h="246564">
                  <a:moveTo>
                    <a:pt x="0" y="0"/>
                  </a:moveTo>
                  <a:lnTo>
                    <a:pt x="0" y="105093"/>
                  </a:lnTo>
                  <a:cubicBezTo>
                    <a:pt x="0" y="131891"/>
                    <a:pt x="21705" y="153597"/>
                    <a:pt x="48504" y="153597"/>
                  </a:cubicBezTo>
                  <a:lnTo>
                    <a:pt x="125303" y="153597"/>
                  </a:lnTo>
                  <a:cubicBezTo>
                    <a:pt x="152102" y="153597"/>
                    <a:pt x="173807" y="175303"/>
                    <a:pt x="173807" y="202102"/>
                  </a:cubicBezTo>
                  <a:lnTo>
                    <a:pt x="173807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195972" y="1572291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506482" y="3719010"/>
            <a:ext cx="664916" cy="220291"/>
            <a:chOff x="4048437" y="1349979"/>
            <a:chExt cx="664916" cy="220291"/>
          </a:xfrm>
        </p:grpSpPr>
        <p:sp>
          <p:nvSpPr>
            <p:cNvPr id="52" name="Rounded Rectangle 51"/>
            <p:cNvSpPr/>
            <p:nvPr/>
          </p:nvSpPr>
          <p:spPr>
            <a:xfrm>
              <a:off x="4048437" y="1349979"/>
              <a:ext cx="638642" cy="218270"/>
            </a:xfrm>
            <a:custGeom>
              <a:avLst/>
              <a:gdLst/>
              <a:ahLst/>
              <a:cxnLst/>
              <a:rect l="0" t="0" r="0" b="0"/>
              <a:pathLst>
                <a:path w="638642" h="218270">
                  <a:moveTo>
                    <a:pt x="0" y="0"/>
                  </a:moveTo>
                  <a:lnTo>
                    <a:pt x="0" y="105093"/>
                  </a:lnTo>
                  <a:cubicBezTo>
                    <a:pt x="0" y="131891"/>
                    <a:pt x="21705" y="153597"/>
                    <a:pt x="48504" y="153597"/>
                  </a:cubicBezTo>
                  <a:lnTo>
                    <a:pt x="590138" y="153597"/>
                  </a:lnTo>
                  <a:cubicBezTo>
                    <a:pt x="616937" y="153597"/>
                    <a:pt x="638642" y="175303"/>
                    <a:pt x="638642" y="202102"/>
                  </a:cubicBezTo>
                  <a:lnTo>
                    <a:pt x="638642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660807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889267" y="2805571"/>
            <a:ext cx="1699678" cy="1067018"/>
            <a:chOff x="6431222" y="436540"/>
            <a:chExt cx="1699678" cy="1067018"/>
          </a:xfrm>
        </p:grpSpPr>
        <p:sp>
          <p:nvSpPr>
            <p:cNvPr id="55" name="Rounded Rectangle 54"/>
            <p:cNvSpPr/>
            <p:nvPr/>
          </p:nvSpPr>
          <p:spPr>
            <a:xfrm>
              <a:off x="6457495" y="436540"/>
              <a:ext cx="1673405" cy="1067018"/>
            </a:xfrm>
            <a:custGeom>
              <a:avLst/>
              <a:gdLst/>
              <a:ahLst/>
              <a:cxnLst/>
              <a:rect l="0" t="0" r="0" b="0"/>
              <a:pathLst>
                <a:path w="1673405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624901" y="1067018"/>
                  </a:lnTo>
                  <a:cubicBezTo>
                    <a:pt x="1651700" y="1067018"/>
                    <a:pt x="1673405" y="1045312"/>
                    <a:pt x="1673405" y="1018514"/>
                  </a:cubicBezTo>
                  <a:lnTo>
                    <a:pt x="1673405" y="48504"/>
                  </a:lnTo>
                  <a:cubicBezTo>
                    <a:pt x="1673405" y="21705"/>
                    <a:pt x="1651700" y="0"/>
                    <a:pt x="1624901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431222" y="476961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785789" y="3719010"/>
            <a:ext cx="1129750" cy="248585"/>
            <a:chOff x="5327744" y="1349979"/>
            <a:chExt cx="1129750" cy="248585"/>
          </a:xfrm>
        </p:grpSpPr>
        <p:sp>
          <p:nvSpPr>
            <p:cNvPr id="58" name="Rounded Rectangle 57"/>
            <p:cNvSpPr/>
            <p:nvPr/>
          </p:nvSpPr>
          <p:spPr>
            <a:xfrm>
              <a:off x="5354017" y="1349979"/>
              <a:ext cx="1103477" cy="246564"/>
            </a:xfrm>
            <a:custGeom>
              <a:avLst/>
              <a:gdLst/>
              <a:ahLst/>
              <a:cxnLst/>
              <a:rect l="0" t="0" r="0" b="0"/>
              <a:pathLst>
                <a:path w="1103477" h="246564">
                  <a:moveTo>
                    <a:pt x="1103477" y="0"/>
                  </a:moveTo>
                  <a:lnTo>
                    <a:pt x="1103477" y="105093"/>
                  </a:lnTo>
                  <a:cubicBezTo>
                    <a:pt x="1103477" y="131891"/>
                    <a:pt x="1081772" y="153597"/>
                    <a:pt x="1054973" y="153597"/>
                  </a:cubicBezTo>
                  <a:lnTo>
                    <a:pt x="48504" y="153597"/>
                  </a:lnTo>
                  <a:cubicBezTo>
                    <a:pt x="21705" y="153597"/>
                    <a:pt x="0" y="175303"/>
                    <a:pt x="0" y="202102"/>
                  </a:cubicBez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5327744" y="1572291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307213" y="3719010"/>
            <a:ext cx="608327" cy="220291"/>
            <a:chOff x="5849168" y="1349979"/>
            <a:chExt cx="608327" cy="220291"/>
          </a:xfrm>
        </p:grpSpPr>
        <p:sp>
          <p:nvSpPr>
            <p:cNvPr id="61" name="Rounded Rectangle 60"/>
            <p:cNvSpPr/>
            <p:nvPr/>
          </p:nvSpPr>
          <p:spPr>
            <a:xfrm>
              <a:off x="5875441" y="1349979"/>
              <a:ext cx="582054" cy="218270"/>
            </a:xfrm>
            <a:custGeom>
              <a:avLst/>
              <a:gdLst/>
              <a:ahLst/>
              <a:cxnLst/>
              <a:rect l="0" t="0" r="0" b="0"/>
              <a:pathLst>
                <a:path w="582054" h="218270">
                  <a:moveTo>
                    <a:pt x="582054" y="0"/>
                  </a:moveTo>
                  <a:lnTo>
                    <a:pt x="582054" y="105093"/>
                  </a:lnTo>
                  <a:cubicBezTo>
                    <a:pt x="582054" y="131891"/>
                    <a:pt x="560348" y="153597"/>
                    <a:pt x="533549" y="153597"/>
                  </a:cubicBezTo>
                  <a:lnTo>
                    <a:pt x="48504" y="153597"/>
                  </a:lnTo>
                  <a:cubicBezTo>
                    <a:pt x="21705" y="153597"/>
                    <a:pt x="0" y="175303"/>
                    <a:pt x="0" y="202102"/>
                  </a:cubicBezTo>
                  <a:lnTo>
                    <a:pt x="0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5849168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889267" y="3719010"/>
            <a:ext cx="52546" cy="220291"/>
            <a:chOff x="6431222" y="1349979"/>
            <a:chExt cx="52546" cy="220291"/>
          </a:xfrm>
        </p:grpSpPr>
        <p:sp>
          <p:nvSpPr>
            <p:cNvPr id="64" name="Rounded Rectangle 63"/>
            <p:cNvSpPr/>
            <p:nvPr/>
          </p:nvSpPr>
          <p:spPr>
            <a:xfrm>
              <a:off x="6457495" y="1349979"/>
              <a:ext cx="4042" cy="218270"/>
            </a:xfrm>
            <a:custGeom>
              <a:avLst/>
              <a:gdLst/>
              <a:ahLst/>
              <a:cxnLst/>
              <a:rect l="0" t="0" r="0" b="0"/>
              <a:pathLst>
                <a:path w="4042" h="218270">
                  <a:moveTo>
                    <a:pt x="0" y="0"/>
                  </a:moveTo>
                  <a:lnTo>
                    <a:pt x="0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6431222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915540" y="3719010"/>
            <a:ext cx="608327" cy="220291"/>
            <a:chOff x="6457495" y="1349979"/>
            <a:chExt cx="608327" cy="220291"/>
          </a:xfrm>
        </p:grpSpPr>
        <p:sp>
          <p:nvSpPr>
            <p:cNvPr id="67" name="Rounded Rectangle 66"/>
            <p:cNvSpPr/>
            <p:nvPr/>
          </p:nvSpPr>
          <p:spPr>
            <a:xfrm>
              <a:off x="6457495" y="1349979"/>
              <a:ext cx="582054" cy="218270"/>
            </a:xfrm>
            <a:custGeom>
              <a:avLst/>
              <a:gdLst/>
              <a:ahLst/>
              <a:cxnLst/>
              <a:rect l="0" t="0" r="0" b="0"/>
              <a:pathLst>
                <a:path w="582054" h="218270">
                  <a:moveTo>
                    <a:pt x="0" y="0"/>
                  </a:moveTo>
                  <a:lnTo>
                    <a:pt x="0" y="105093"/>
                  </a:lnTo>
                  <a:cubicBezTo>
                    <a:pt x="0" y="131891"/>
                    <a:pt x="21705" y="153597"/>
                    <a:pt x="48504" y="153597"/>
                  </a:cubicBezTo>
                  <a:lnTo>
                    <a:pt x="533549" y="153597"/>
                  </a:lnTo>
                  <a:cubicBezTo>
                    <a:pt x="560348" y="153597"/>
                    <a:pt x="582054" y="175303"/>
                    <a:pt x="582054" y="202102"/>
                  </a:cubicBezTo>
                  <a:lnTo>
                    <a:pt x="582054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7013276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915540" y="3719010"/>
            <a:ext cx="1190381" cy="220291"/>
            <a:chOff x="6457495" y="1349979"/>
            <a:chExt cx="1190381" cy="220291"/>
          </a:xfrm>
        </p:grpSpPr>
        <p:sp>
          <p:nvSpPr>
            <p:cNvPr id="70" name="Rounded Rectangle 69"/>
            <p:cNvSpPr/>
            <p:nvPr/>
          </p:nvSpPr>
          <p:spPr>
            <a:xfrm>
              <a:off x="6457495" y="1349979"/>
              <a:ext cx="1164108" cy="218270"/>
            </a:xfrm>
            <a:custGeom>
              <a:avLst/>
              <a:gdLst/>
              <a:ahLst/>
              <a:cxnLst/>
              <a:rect l="0" t="0" r="0" b="0"/>
              <a:pathLst>
                <a:path w="1164108" h="218270">
                  <a:moveTo>
                    <a:pt x="0" y="0"/>
                  </a:moveTo>
                  <a:lnTo>
                    <a:pt x="0" y="105093"/>
                  </a:lnTo>
                  <a:cubicBezTo>
                    <a:pt x="0" y="131891"/>
                    <a:pt x="21705" y="153597"/>
                    <a:pt x="48504" y="153597"/>
                  </a:cubicBezTo>
                  <a:lnTo>
                    <a:pt x="1115603" y="153597"/>
                  </a:lnTo>
                  <a:cubicBezTo>
                    <a:pt x="1142402" y="153597"/>
                    <a:pt x="1164108" y="175303"/>
                    <a:pt x="1164108" y="202102"/>
                  </a:cubicBezTo>
                  <a:lnTo>
                    <a:pt x="1164108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7595330" y="1543997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1901386" y="3157213"/>
            <a:ext cx="52546" cy="276880"/>
            <a:chOff x="1443341" y="788182"/>
            <a:chExt cx="52546" cy="276880"/>
          </a:xfrm>
        </p:grpSpPr>
        <p:sp>
          <p:nvSpPr>
            <p:cNvPr id="73" name="Rounded Rectangle 72"/>
            <p:cNvSpPr/>
            <p:nvPr/>
          </p:nvSpPr>
          <p:spPr>
            <a:xfrm>
              <a:off x="1469614" y="788182"/>
              <a:ext cx="4042" cy="274818"/>
            </a:xfrm>
            <a:custGeom>
              <a:avLst/>
              <a:gdLst/>
              <a:ahLst/>
              <a:cxnLst/>
              <a:rect l="0" t="0" r="0" b="0"/>
              <a:pathLst>
                <a:path w="4042" h="274818">
                  <a:moveTo>
                    <a:pt x="0" y="0"/>
                  </a:moveTo>
                  <a:lnTo>
                    <a:pt x="0" y="274818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443341" y="103878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763550" y="3339089"/>
            <a:ext cx="2683916" cy="1067018"/>
            <a:chOff x="305505" y="970058"/>
            <a:chExt cx="2683916" cy="1067018"/>
          </a:xfrm>
        </p:grpSpPr>
        <p:sp>
          <p:nvSpPr>
            <p:cNvPr id="76" name="Rounded Rectangle 75"/>
            <p:cNvSpPr/>
            <p:nvPr/>
          </p:nvSpPr>
          <p:spPr>
            <a:xfrm>
              <a:off x="305505" y="970058"/>
              <a:ext cx="2683916" cy="1067018"/>
            </a:xfrm>
            <a:custGeom>
              <a:avLst/>
              <a:gdLst/>
              <a:ahLst/>
              <a:cxnLst/>
              <a:rect l="0" t="0" r="0" b="0"/>
              <a:pathLst>
                <a:path w="2683916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2635412" y="1067018"/>
                  </a:lnTo>
                  <a:cubicBezTo>
                    <a:pt x="2662210" y="1067018"/>
                    <a:pt x="2683916" y="1045312"/>
                    <a:pt x="2683916" y="1018514"/>
                  </a:cubicBezTo>
                  <a:lnTo>
                    <a:pt x="2683916" y="48504"/>
                  </a:lnTo>
                  <a:cubicBezTo>
                    <a:pt x="2683916" y="21705"/>
                    <a:pt x="2662210" y="0"/>
                    <a:pt x="2635412" y="0"/>
                  </a:cubicBezTo>
                  <a:lnTo>
                    <a:pt x="1212612" y="0"/>
                  </a:lnTo>
                  <a:cubicBezTo>
                    <a:pt x="1185814" y="0"/>
                    <a:pt x="1164108" y="21705"/>
                    <a:pt x="1164108" y="48504"/>
                  </a:cubicBezTo>
                  <a:lnTo>
                    <a:pt x="1164108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443341" y="103877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1345605" y="3339089"/>
            <a:ext cx="2101862" cy="1067018"/>
            <a:chOff x="887560" y="970058"/>
            <a:chExt cx="2101862" cy="1067018"/>
          </a:xfrm>
        </p:grpSpPr>
        <p:sp>
          <p:nvSpPr>
            <p:cNvPr id="79" name="Rounded Rectangle 78"/>
            <p:cNvSpPr/>
            <p:nvPr/>
          </p:nvSpPr>
          <p:spPr>
            <a:xfrm>
              <a:off x="887560" y="970058"/>
              <a:ext cx="2101862" cy="1067018"/>
            </a:xfrm>
            <a:custGeom>
              <a:avLst/>
              <a:gdLst/>
              <a:ahLst/>
              <a:cxnLst/>
              <a:rect l="0" t="0" r="0" b="0"/>
              <a:pathLst>
                <a:path w="2101862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2053357" y="1067018"/>
                  </a:lnTo>
                  <a:cubicBezTo>
                    <a:pt x="2080156" y="1067018"/>
                    <a:pt x="2101862" y="1045312"/>
                    <a:pt x="2101862" y="1018514"/>
                  </a:cubicBezTo>
                  <a:lnTo>
                    <a:pt x="2101862" y="48504"/>
                  </a:lnTo>
                  <a:cubicBezTo>
                    <a:pt x="2101862" y="21705"/>
                    <a:pt x="2080156" y="0"/>
                    <a:pt x="2053357" y="0"/>
                  </a:cubicBezTo>
                  <a:lnTo>
                    <a:pt x="630558" y="0"/>
                  </a:lnTo>
                  <a:cubicBezTo>
                    <a:pt x="603759" y="0"/>
                    <a:pt x="582054" y="21705"/>
                    <a:pt x="582054" y="48504"/>
                  </a:cubicBezTo>
                  <a:lnTo>
                    <a:pt x="582054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443341" y="103877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901386" y="3339089"/>
            <a:ext cx="1546081" cy="1067018"/>
            <a:chOff x="1443341" y="970058"/>
            <a:chExt cx="1546081" cy="1067018"/>
          </a:xfrm>
        </p:grpSpPr>
        <p:sp>
          <p:nvSpPr>
            <p:cNvPr id="82" name="Rounded Rectangle 81"/>
            <p:cNvSpPr/>
            <p:nvPr/>
          </p:nvSpPr>
          <p:spPr>
            <a:xfrm>
              <a:off x="1469614" y="970058"/>
              <a:ext cx="1519808" cy="1067018"/>
            </a:xfrm>
            <a:custGeom>
              <a:avLst/>
              <a:gdLst/>
              <a:ahLst/>
              <a:cxnLst/>
              <a:rect l="0" t="0" r="0" b="0"/>
              <a:pathLst>
                <a:path w="1519808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471303" y="1067018"/>
                  </a:lnTo>
                  <a:cubicBezTo>
                    <a:pt x="1498102" y="1067018"/>
                    <a:pt x="1519808" y="1045312"/>
                    <a:pt x="1519808" y="1018514"/>
                  </a:cubicBezTo>
                  <a:lnTo>
                    <a:pt x="1519808" y="48504"/>
                  </a:lnTo>
                  <a:cubicBezTo>
                    <a:pt x="1519808" y="21705"/>
                    <a:pt x="1498102" y="0"/>
                    <a:pt x="1471303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1443341" y="103877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1901386" y="3339089"/>
            <a:ext cx="1546081" cy="1067018"/>
            <a:chOff x="1443341" y="970058"/>
            <a:chExt cx="1546081" cy="1067018"/>
          </a:xfrm>
        </p:grpSpPr>
        <p:sp>
          <p:nvSpPr>
            <p:cNvPr id="85" name="Rounded Rectangle 84"/>
            <p:cNvSpPr/>
            <p:nvPr/>
          </p:nvSpPr>
          <p:spPr>
            <a:xfrm>
              <a:off x="1469614" y="970058"/>
              <a:ext cx="1519808" cy="1067018"/>
            </a:xfrm>
            <a:custGeom>
              <a:avLst/>
              <a:gdLst/>
              <a:ahLst/>
              <a:cxnLst/>
              <a:rect l="0" t="0" r="0" b="0"/>
              <a:pathLst>
                <a:path w="1519808" h="1067018">
                  <a:moveTo>
                    <a:pt x="578012" y="885167"/>
                  </a:moveTo>
                  <a:lnTo>
                    <a:pt x="578012" y="1018514"/>
                  </a:lnTo>
                  <a:cubicBezTo>
                    <a:pt x="578012" y="1045312"/>
                    <a:pt x="599717" y="1067018"/>
                    <a:pt x="626516" y="1067018"/>
                  </a:cubicBezTo>
                  <a:lnTo>
                    <a:pt x="1471303" y="1067018"/>
                  </a:lnTo>
                  <a:cubicBezTo>
                    <a:pt x="1498102" y="1067018"/>
                    <a:pt x="1519808" y="1045312"/>
                    <a:pt x="1519808" y="1018514"/>
                  </a:cubicBezTo>
                  <a:lnTo>
                    <a:pt x="1519808" y="48504"/>
                  </a:lnTo>
                  <a:cubicBezTo>
                    <a:pt x="1519808" y="21705"/>
                    <a:pt x="1498102" y="0"/>
                    <a:pt x="1471303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1443341" y="103877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901386" y="3339089"/>
            <a:ext cx="1546081" cy="1067018"/>
            <a:chOff x="1443341" y="970058"/>
            <a:chExt cx="1546081" cy="1067018"/>
          </a:xfrm>
        </p:grpSpPr>
        <p:sp>
          <p:nvSpPr>
            <p:cNvPr id="88" name="Rounded Rectangle 87"/>
            <p:cNvSpPr/>
            <p:nvPr/>
          </p:nvSpPr>
          <p:spPr>
            <a:xfrm>
              <a:off x="1469614" y="970058"/>
              <a:ext cx="1519808" cy="1067018"/>
            </a:xfrm>
            <a:custGeom>
              <a:avLst/>
              <a:gdLst/>
              <a:ahLst/>
              <a:cxnLst/>
              <a:rect l="0" t="0" r="0" b="0"/>
              <a:pathLst>
                <a:path w="1519808" h="1067018">
                  <a:moveTo>
                    <a:pt x="1156024" y="913420"/>
                  </a:moveTo>
                  <a:lnTo>
                    <a:pt x="1156024" y="1018514"/>
                  </a:lnTo>
                  <a:cubicBezTo>
                    <a:pt x="1156024" y="1045312"/>
                    <a:pt x="1177730" y="1067018"/>
                    <a:pt x="1204528" y="1067018"/>
                  </a:cubicBezTo>
                  <a:lnTo>
                    <a:pt x="1471303" y="1067018"/>
                  </a:lnTo>
                  <a:cubicBezTo>
                    <a:pt x="1498102" y="1067018"/>
                    <a:pt x="1519808" y="1045312"/>
                    <a:pt x="1519808" y="1018514"/>
                  </a:cubicBezTo>
                  <a:lnTo>
                    <a:pt x="1519808" y="48504"/>
                  </a:lnTo>
                  <a:cubicBezTo>
                    <a:pt x="1519808" y="21705"/>
                    <a:pt x="1498102" y="0"/>
                    <a:pt x="1471303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92966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443341" y="1038773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480209" y="3157213"/>
            <a:ext cx="52546" cy="248586"/>
            <a:chOff x="4022164" y="788182"/>
            <a:chExt cx="52546" cy="248586"/>
          </a:xfrm>
        </p:grpSpPr>
        <p:sp>
          <p:nvSpPr>
            <p:cNvPr id="91" name="Rounded Rectangle 90"/>
            <p:cNvSpPr/>
            <p:nvPr/>
          </p:nvSpPr>
          <p:spPr>
            <a:xfrm>
              <a:off x="4048437" y="788182"/>
              <a:ext cx="4042" cy="246564"/>
            </a:xfrm>
            <a:custGeom>
              <a:avLst/>
              <a:gdLst/>
              <a:ahLst/>
              <a:cxnLst/>
              <a:rect l="0" t="0" r="0" b="0"/>
              <a:pathLst>
                <a:path w="4042" h="246564">
                  <a:moveTo>
                    <a:pt x="0" y="0"/>
                  </a:moveTo>
                  <a:lnTo>
                    <a:pt x="0" y="246564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4022164" y="1010495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3811251" y="3339089"/>
            <a:ext cx="1697658" cy="1067018"/>
            <a:chOff x="3353206" y="970058"/>
            <a:chExt cx="1697658" cy="1067018"/>
          </a:xfrm>
        </p:grpSpPr>
        <p:sp>
          <p:nvSpPr>
            <p:cNvPr id="94" name="Rounded Rectangle 93"/>
            <p:cNvSpPr/>
            <p:nvPr/>
          </p:nvSpPr>
          <p:spPr>
            <a:xfrm>
              <a:off x="3353206" y="970058"/>
              <a:ext cx="1697658" cy="1067018"/>
            </a:xfrm>
            <a:custGeom>
              <a:avLst/>
              <a:gdLst/>
              <a:ahLst/>
              <a:cxnLst/>
              <a:rect l="0" t="0" r="0" b="0"/>
              <a:pathLst>
                <a:path w="1697658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649153" y="1067018"/>
                  </a:lnTo>
                  <a:cubicBezTo>
                    <a:pt x="1675952" y="1067018"/>
                    <a:pt x="1697658" y="1045312"/>
                    <a:pt x="1697658" y="1018514"/>
                  </a:cubicBezTo>
                  <a:lnTo>
                    <a:pt x="1697658" y="48504"/>
                  </a:lnTo>
                  <a:cubicBezTo>
                    <a:pt x="1697658" y="21705"/>
                    <a:pt x="1675952" y="0"/>
                    <a:pt x="1649153" y="0"/>
                  </a:cubicBezTo>
                  <a:lnTo>
                    <a:pt x="743735" y="0"/>
                  </a:lnTo>
                  <a:cubicBezTo>
                    <a:pt x="716937" y="0"/>
                    <a:pt x="695231" y="21705"/>
                    <a:pt x="695231" y="48504"/>
                  </a:cubicBezTo>
                  <a:lnTo>
                    <a:pt x="695231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4022164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304380" y="3339089"/>
            <a:ext cx="1204528" cy="1067018"/>
            <a:chOff x="3846335" y="970058"/>
            <a:chExt cx="1204528" cy="1067018"/>
          </a:xfrm>
        </p:grpSpPr>
        <p:sp>
          <p:nvSpPr>
            <p:cNvPr id="97" name="Rounded Rectangle 96"/>
            <p:cNvSpPr/>
            <p:nvPr/>
          </p:nvSpPr>
          <p:spPr>
            <a:xfrm>
              <a:off x="3846335" y="970058"/>
              <a:ext cx="1204528" cy="1067018"/>
            </a:xfrm>
            <a:custGeom>
              <a:avLst/>
              <a:gdLst/>
              <a:ahLst/>
              <a:cxnLst/>
              <a:rect l="0" t="0" r="0" b="0"/>
              <a:pathLst>
                <a:path w="1204528" h="1067018">
                  <a:moveTo>
                    <a:pt x="0" y="885167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156024" y="1067018"/>
                  </a:lnTo>
                  <a:cubicBezTo>
                    <a:pt x="1182823" y="1067018"/>
                    <a:pt x="1204528" y="1045312"/>
                    <a:pt x="1204528" y="1018514"/>
                  </a:cubicBezTo>
                  <a:lnTo>
                    <a:pt x="1204528" y="48504"/>
                  </a:lnTo>
                  <a:cubicBezTo>
                    <a:pt x="1204528" y="21705"/>
                    <a:pt x="1182823" y="0"/>
                    <a:pt x="1156024" y="0"/>
                  </a:cubicBezTo>
                  <a:lnTo>
                    <a:pt x="250606" y="0"/>
                  </a:lnTo>
                  <a:cubicBezTo>
                    <a:pt x="223807" y="0"/>
                    <a:pt x="202102" y="21705"/>
                    <a:pt x="202102" y="48504"/>
                  </a:cubicBezTo>
                  <a:lnTo>
                    <a:pt x="202102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4022164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480209" y="3339089"/>
            <a:ext cx="1028699" cy="1067018"/>
            <a:chOff x="4022164" y="970058"/>
            <a:chExt cx="1028699" cy="1067018"/>
          </a:xfrm>
        </p:grpSpPr>
        <p:sp>
          <p:nvSpPr>
            <p:cNvPr id="100" name="Rounded Rectangle 99"/>
            <p:cNvSpPr/>
            <p:nvPr/>
          </p:nvSpPr>
          <p:spPr>
            <a:xfrm>
              <a:off x="4048437" y="970058"/>
              <a:ext cx="1002426" cy="1067018"/>
            </a:xfrm>
            <a:custGeom>
              <a:avLst/>
              <a:gdLst/>
              <a:ahLst/>
              <a:cxnLst/>
              <a:rect l="0" t="0" r="0" b="0"/>
              <a:pathLst>
                <a:path w="1002426" h="1067018">
                  <a:moveTo>
                    <a:pt x="173807" y="885167"/>
                  </a:moveTo>
                  <a:lnTo>
                    <a:pt x="173807" y="1018514"/>
                  </a:lnTo>
                  <a:cubicBezTo>
                    <a:pt x="173807" y="1045312"/>
                    <a:pt x="195513" y="1067018"/>
                    <a:pt x="222312" y="1067018"/>
                  </a:cubicBezTo>
                  <a:lnTo>
                    <a:pt x="953922" y="1067018"/>
                  </a:lnTo>
                  <a:cubicBezTo>
                    <a:pt x="980720" y="1067018"/>
                    <a:pt x="1002426" y="1045312"/>
                    <a:pt x="1002426" y="1018514"/>
                  </a:cubicBezTo>
                  <a:lnTo>
                    <a:pt x="1002426" y="48504"/>
                  </a:lnTo>
                  <a:cubicBezTo>
                    <a:pt x="1002426" y="21705"/>
                    <a:pt x="980720" y="0"/>
                    <a:pt x="953922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4022164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4480209" y="3339089"/>
            <a:ext cx="1028699" cy="1067018"/>
            <a:chOff x="4022164" y="970058"/>
            <a:chExt cx="1028699" cy="1067018"/>
          </a:xfrm>
        </p:grpSpPr>
        <p:sp>
          <p:nvSpPr>
            <p:cNvPr id="103" name="Rounded Rectangle 102"/>
            <p:cNvSpPr/>
            <p:nvPr/>
          </p:nvSpPr>
          <p:spPr>
            <a:xfrm>
              <a:off x="4048437" y="970058"/>
              <a:ext cx="1002426" cy="1067018"/>
            </a:xfrm>
            <a:custGeom>
              <a:avLst/>
              <a:gdLst/>
              <a:ahLst/>
              <a:cxnLst/>
              <a:rect l="0" t="0" r="0" b="0"/>
              <a:pathLst>
                <a:path w="1002426" h="1067018">
                  <a:moveTo>
                    <a:pt x="638642" y="913420"/>
                  </a:moveTo>
                  <a:lnTo>
                    <a:pt x="638642" y="1018514"/>
                  </a:lnTo>
                  <a:cubicBezTo>
                    <a:pt x="638642" y="1045312"/>
                    <a:pt x="660348" y="1067018"/>
                    <a:pt x="687147" y="1067018"/>
                  </a:cubicBezTo>
                  <a:lnTo>
                    <a:pt x="953922" y="1067018"/>
                  </a:lnTo>
                  <a:cubicBezTo>
                    <a:pt x="980720" y="1067018"/>
                    <a:pt x="1002426" y="1045312"/>
                    <a:pt x="1002426" y="1018514"/>
                  </a:cubicBezTo>
                  <a:lnTo>
                    <a:pt x="1002426" y="48504"/>
                  </a:lnTo>
                  <a:cubicBezTo>
                    <a:pt x="1002426" y="21705"/>
                    <a:pt x="980720" y="0"/>
                    <a:pt x="953922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4022164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6889267" y="3185492"/>
            <a:ext cx="52546" cy="220291"/>
            <a:chOff x="6431222" y="816461"/>
            <a:chExt cx="52546" cy="220291"/>
          </a:xfrm>
        </p:grpSpPr>
        <p:sp>
          <p:nvSpPr>
            <p:cNvPr id="106" name="Rounded Rectangle 105"/>
            <p:cNvSpPr/>
            <p:nvPr/>
          </p:nvSpPr>
          <p:spPr>
            <a:xfrm>
              <a:off x="6457495" y="816461"/>
              <a:ext cx="4042" cy="218270"/>
            </a:xfrm>
            <a:custGeom>
              <a:avLst/>
              <a:gdLst/>
              <a:ahLst/>
              <a:cxnLst/>
              <a:rect l="0" t="0" r="0" b="0"/>
              <a:pathLst>
                <a:path w="4042" h="218270">
                  <a:moveTo>
                    <a:pt x="0" y="0"/>
                  </a:moveTo>
                  <a:lnTo>
                    <a:pt x="0" y="21827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5812062" y="3339089"/>
            <a:ext cx="2631370" cy="1067018"/>
            <a:chOff x="5354017" y="970058"/>
            <a:chExt cx="2631370" cy="1067018"/>
          </a:xfrm>
        </p:grpSpPr>
        <p:sp>
          <p:nvSpPr>
            <p:cNvPr id="109" name="Rounded Rectangle 108"/>
            <p:cNvSpPr/>
            <p:nvPr/>
          </p:nvSpPr>
          <p:spPr>
            <a:xfrm>
              <a:off x="5354017" y="970058"/>
              <a:ext cx="2631370" cy="1067018"/>
            </a:xfrm>
            <a:custGeom>
              <a:avLst/>
              <a:gdLst/>
              <a:ahLst/>
              <a:cxnLst/>
              <a:rect l="0" t="0" r="0" b="0"/>
              <a:pathLst>
                <a:path w="2631370" h="1067018">
                  <a:moveTo>
                    <a:pt x="0" y="885167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2582865" y="1067018"/>
                  </a:lnTo>
                  <a:cubicBezTo>
                    <a:pt x="2609664" y="1067018"/>
                    <a:pt x="2631370" y="1045312"/>
                    <a:pt x="2631370" y="1018514"/>
                  </a:cubicBezTo>
                  <a:lnTo>
                    <a:pt x="2631370" y="48504"/>
                  </a:lnTo>
                  <a:cubicBezTo>
                    <a:pt x="2631370" y="21705"/>
                    <a:pt x="2609664" y="0"/>
                    <a:pt x="2582865" y="0"/>
                  </a:cubicBezTo>
                  <a:lnTo>
                    <a:pt x="1151982" y="0"/>
                  </a:lnTo>
                  <a:cubicBezTo>
                    <a:pt x="1125183" y="0"/>
                    <a:pt x="1103477" y="21705"/>
                    <a:pt x="1103477" y="48504"/>
                  </a:cubicBezTo>
                  <a:lnTo>
                    <a:pt x="1103477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6333486" y="3339089"/>
            <a:ext cx="2109946" cy="1067018"/>
            <a:chOff x="5875441" y="970058"/>
            <a:chExt cx="2109946" cy="1067018"/>
          </a:xfrm>
        </p:grpSpPr>
        <p:sp>
          <p:nvSpPr>
            <p:cNvPr id="112" name="Rounded Rectangle 111"/>
            <p:cNvSpPr/>
            <p:nvPr/>
          </p:nvSpPr>
          <p:spPr>
            <a:xfrm>
              <a:off x="5875441" y="970058"/>
              <a:ext cx="2109946" cy="1067018"/>
            </a:xfrm>
            <a:custGeom>
              <a:avLst/>
              <a:gdLst/>
              <a:ahLst/>
              <a:cxnLst/>
              <a:rect l="0" t="0" r="0" b="0"/>
              <a:pathLst>
                <a:path w="2109946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2061442" y="1067018"/>
                  </a:lnTo>
                  <a:cubicBezTo>
                    <a:pt x="2088240" y="1067018"/>
                    <a:pt x="2109946" y="1045312"/>
                    <a:pt x="2109946" y="1018514"/>
                  </a:cubicBezTo>
                  <a:lnTo>
                    <a:pt x="2109946" y="48504"/>
                  </a:lnTo>
                  <a:cubicBezTo>
                    <a:pt x="2109946" y="21705"/>
                    <a:pt x="2088240" y="0"/>
                    <a:pt x="2061442" y="0"/>
                  </a:cubicBezTo>
                  <a:lnTo>
                    <a:pt x="630558" y="0"/>
                  </a:lnTo>
                  <a:cubicBezTo>
                    <a:pt x="603759" y="0"/>
                    <a:pt x="582054" y="21705"/>
                    <a:pt x="582054" y="48504"/>
                  </a:cubicBezTo>
                  <a:lnTo>
                    <a:pt x="582054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889267" y="3339089"/>
            <a:ext cx="1554165" cy="1067018"/>
            <a:chOff x="6431222" y="970058"/>
            <a:chExt cx="1554165" cy="1067018"/>
          </a:xfrm>
        </p:grpSpPr>
        <p:sp>
          <p:nvSpPr>
            <p:cNvPr id="115" name="Rounded Rectangle 114"/>
            <p:cNvSpPr/>
            <p:nvPr/>
          </p:nvSpPr>
          <p:spPr>
            <a:xfrm>
              <a:off x="6457495" y="970058"/>
              <a:ext cx="1527892" cy="1067018"/>
            </a:xfrm>
            <a:custGeom>
              <a:avLst/>
              <a:gdLst/>
              <a:ahLst/>
              <a:cxnLst/>
              <a:rect l="0" t="0" r="0" b="0"/>
              <a:pathLst>
                <a:path w="1527892" h="1067018">
                  <a:moveTo>
                    <a:pt x="0" y="913420"/>
                  </a:moveTo>
                  <a:lnTo>
                    <a:pt x="0" y="1018514"/>
                  </a:lnTo>
                  <a:cubicBezTo>
                    <a:pt x="0" y="1045312"/>
                    <a:pt x="21705" y="1067018"/>
                    <a:pt x="48504" y="1067018"/>
                  </a:cubicBezTo>
                  <a:lnTo>
                    <a:pt x="1479387" y="1067018"/>
                  </a:lnTo>
                  <a:cubicBezTo>
                    <a:pt x="1506186" y="1067018"/>
                    <a:pt x="1527892" y="1045312"/>
                    <a:pt x="1527892" y="1018514"/>
                  </a:cubicBezTo>
                  <a:lnTo>
                    <a:pt x="1527892" y="48504"/>
                  </a:lnTo>
                  <a:cubicBezTo>
                    <a:pt x="1527892" y="21705"/>
                    <a:pt x="1506186" y="0"/>
                    <a:pt x="1479387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889267" y="3339089"/>
            <a:ext cx="1554165" cy="1067018"/>
            <a:chOff x="6431222" y="970058"/>
            <a:chExt cx="1554165" cy="1067018"/>
          </a:xfrm>
        </p:grpSpPr>
        <p:sp>
          <p:nvSpPr>
            <p:cNvPr id="118" name="Rounded Rectangle 117"/>
            <p:cNvSpPr/>
            <p:nvPr/>
          </p:nvSpPr>
          <p:spPr>
            <a:xfrm>
              <a:off x="6457495" y="970058"/>
              <a:ext cx="1527892" cy="1067018"/>
            </a:xfrm>
            <a:custGeom>
              <a:avLst/>
              <a:gdLst/>
              <a:ahLst/>
              <a:cxnLst/>
              <a:rect l="0" t="0" r="0" b="0"/>
              <a:pathLst>
                <a:path w="1527892" h="1067018">
                  <a:moveTo>
                    <a:pt x="582054" y="913420"/>
                  </a:moveTo>
                  <a:lnTo>
                    <a:pt x="582054" y="1018514"/>
                  </a:lnTo>
                  <a:cubicBezTo>
                    <a:pt x="582054" y="1045312"/>
                    <a:pt x="603759" y="1067018"/>
                    <a:pt x="630558" y="1067018"/>
                  </a:cubicBezTo>
                  <a:lnTo>
                    <a:pt x="1479387" y="1067018"/>
                  </a:lnTo>
                  <a:cubicBezTo>
                    <a:pt x="1506186" y="1067018"/>
                    <a:pt x="1527892" y="1045312"/>
                    <a:pt x="1527892" y="1018514"/>
                  </a:cubicBezTo>
                  <a:lnTo>
                    <a:pt x="1527892" y="48504"/>
                  </a:lnTo>
                  <a:cubicBezTo>
                    <a:pt x="1527892" y="21705"/>
                    <a:pt x="1506186" y="0"/>
                    <a:pt x="1479387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6889267" y="3339089"/>
            <a:ext cx="1554165" cy="1067018"/>
            <a:chOff x="6431222" y="970058"/>
            <a:chExt cx="1554165" cy="1067018"/>
          </a:xfrm>
        </p:grpSpPr>
        <p:sp>
          <p:nvSpPr>
            <p:cNvPr id="121" name="Rounded Rectangle 120"/>
            <p:cNvSpPr/>
            <p:nvPr/>
          </p:nvSpPr>
          <p:spPr>
            <a:xfrm>
              <a:off x="6457495" y="970058"/>
              <a:ext cx="1527892" cy="1067018"/>
            </a:xfrm>
            <a:custGeom>
              <a:avLst/>
              <a:gdLst/>
              <a:ahLst/>
              <a:cxnLst/>
              <a:rect l="0" t="0" r="0" b="0"/>
              <a:pathLst>
                <a:path w="1527892" h="1067018">
                  <a:moveTo>
                    <a:pt x="1164108" y="913420"/>
                  </a:moveTo>
                  <a:lnTo>
                    <a:pt x="1164108" y="1018514"/>
                  </a:lnTo>
                  <a:cubicBezTo>
                    <a:pt x="1164108" y="1045312"/>
                    <a:pt x="1185814" y="1067018"/>
                    <a:pt x="1212612" y="1067018"/>
                  </a:cubicBezTo>
                  <a:lnTo>
                    <a:pt x="1479387" y="1067018"/>
                  </a:lnTo>
                  <a:cubicBezTo>
                    <a:pt x="1506186" y="1067018"/>
                    <a:pt x="1527892" y="1045312"/>
                    <a:pt x="1527892" y="1018514"/>
                  </a:cubicBezTo>
                  <a:lnTo>
                    <a:pt x="1527892" y="48504"/>
                  </a:lnTo>
                  <a:cubicBezTo>
                    <a:pt x="1527892" y="21705"/>
                    <a:pt x="1506186" y="0"/>
                    <a:pt x="1479387" y="0"/>
                  </a:cubicBezTo>
                  <a:lnTo>
                    <a:pt x="48504" y="0"/>
                  </a:lnTo>
                  <a:cubicBezTo>
                    <a:pt x="21705" y="0"/>
                    <a:pt x="0" y="21705"/>
                    <a:pt x="0" y="48504"/>
                  </a:cubicBezTo>
                  <a:lnTo>
                    <a:pt x="0" y="64672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6431222" y="1010479"/>
              <a:ext cx="52546" cy="26273"/>
            </a:xfrm>
            <a:custGeom>
              <a:avLst/>
              <a:gdLst/>
              <a:ahLst/>
              <a:cxnLst/>
              <a:rect l="0" t="0" r="0" b="0"/>
              <a:pathLst>
                <a:path w="52546" h="26273">
                  <a:moveTo>
                    <a:pt x="0" y="0"/>
                  </a:moveTo>
                  <a:lnTo>
                    <a:pt x="26273" y="26273"/>
                  </a:lnTo>
                  <a:lnTo>
                    <a:pt x="52546" y="0"/>
                  </a:lnTo>
                </a:path>
              </a:pathLst>
            </a:custGeom>
            <a:noFill/>
            <a:ln w="6063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4" name="Rounded Rectangle 123"/>
          <p:cNvSpPr/>
          <p:nvPr/>
        </p:nvSpPr>
        <p:spPr>
          <a:xfrm>
            <a:off x="8033165" y="4125204"/>
            <a:ext cx="92966" cy="84882"/>
          </a:xfrm>
          <a:custGeom>
            <a:avLst/>
            <a:gdLst/>
            <a:ahLst/>
            <a:cxnLst/>
            <a:rect l="0" t="0" r="0" b="0"/>
            <a:pathLst>
              <a:path w="92966" h="84882">
                <a:moveTo>
                  <a:pt x="12126" y="28294"/>
                </a:moveTo>
                <a:cubicBezTo>
                  <a:pt x="12126" y="36107"/>
                  <a:pt x="18460" y="42441"/>
                  <a:pt x="26273" y="42441"/>
                </a:cubicBezTo>
                <a:cubicBezTo>
                  <a:pt x="34086" y="42441"/>
                  <a:pt x="40420" y="36107"/>
                  <a:pt x="40420" y="28294"/>
                </a:cubicBezTo>
                <a:cubicBezTo>
                  <a:pt x="40420" y="20481"/>
                  <a:pt x="34086" y="14147"/>
                  <a:pt x="26273" y="14147"/>
                </a:cubicBezTo>
                <a:cubicBezTo>
                  <a:pt x="18460" y="14147"/>
                  <a:pt x="12126" y="20481"/>
                  <a:pt x="12126" y="28294"/>
                </a:cubicBezTo>
                <a:moveTo>
                  <a:pt x="40420" y="28294"/>
                </a:moveTo>
                <a:lnTo>
                  <a:pt x="26273" y="28294"/>
                </a:lnTo>
                <a:lnTo>
                  <a:pt x="26273" y="14147"/>
                </a:lnTo>
                <a:moveTo>
                  <a:pt x="34357" y="84882"/>
                </a:moveTo>
                <a:cubicBezTo>
                  <a:pt x="38018" y="80259"/>
                  <a:pt x="40139" y="74605"/>
                  <a:pt x="40420" y="68714"/>
                </a:cubicBezTo>
                <a:moveTo>
                  <a:pt x="58609" y="84882"/>
                </a:moveTo>
                <a:cubicBezTo>
                  <a:pt x="54948" y="80259"/>
                  <a:pt x="52827" y="74605"/>
                  <a:pt x="52546" y="68714"/>
                </a:cubicBezTo>
                <a:moveTo>
                  <a:pt x="28290" y="84882"/>
                </a:moveTo>
                <a:lnTo>
                  <a:pt x="64668" y="84882"/>
                </a:lnTo>
                <a:moveTo>
                  <a:pt x="0" y="56588"/>
                </a:moveTo>
                <a:lnTo>
                  <a:pt x="92966" y="56588"/>
                </a:lnTo>
                <a:moveTo>
                  <a:pt x="4042" y="0"/>
                </a:moveTo>
                <a:lnTo>
                  <a:pt x="88924" y="0"/>
                </a:lnTo>
                <a:cubicBezTo>
                  <a:pt x="88924" y="0"/>
                  <a:pt x="92966" y="0"/>
                  <a:pt x="92966" y="4042"/>
                </a:cubicBezTo>
                <a:lnTo>
                  <a:pt x="92966" y="64672"/>
                </a:lnTo>
                <a:cubicBezTo>
                  <a:pt x="92966" y="64672"/>
                  <a:pt x="92966" y="68714"/>
                  <a:pt x="88924" y="68714"/>
                </a:cubicBezTo>
                <a:lnTo>
                  <a:pt x="4042" y="68714"/>
                </a:lnTo>
                <a:cubicBezTo>
                  <a:pt x="4042" y="68714"/>
                  <a:pt x="0" y="68714"/>
                  <a:pt x="0" y="64672"/>
                </a:cubicBezTo>
                <a:lnTo>
                  <a:pt x="0" y="4042"/>
                </a:lnTo>
                <a:cubicBezTo>
                  <a:pt x="0" y="4042"/>
                  <a:pt x="0" y="0"/>
                  <a:pt x="4042" y="0"/>
                </a:cubicBezTo>
                <a:moveTo>
                  <a:pt x="52546" y="22231"/>
                </a:moveTo>
                <a:lnTo>
                  <a:pt x="58609" y="14147"/>
                </a:lnTo>
                <a:lnTo>
                  <a:pt x="70735" y="24252"/>
                </a:lnTo>
                <a:lnTo>
                  <a:pt x="80840" y="12126"/>
                </a:lnTo>
                <a:moveTo>
                  <a:pt x="76798" y="44462"/>
                </a:moveTo>
                <a:lnTo>
                  <a:pt x="76798" y="38399"/>
                </a:lnTo>
                <a:moveTo>
                  <a:pt x="68714" y="44462"/>
                </a:moveTo>
                <a:lnTo>
                  <a:pt x="68714" y="36378"/>
                </a:lnTo>
                <a:moveTo>
                  <a:pt x="60630" y="44462"/>
                </a:moveTo>
                <a:lnTo>
                  <a:pt x="60630" y="32336"/>
                </a:lnTo>
                <a:moveTo>
                  <a:pt x="52546" y="44462"/>
                </a:moveTo>
                <a:lnTo>
                  <a:pt x="52546" y="38399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6869865" y="3588451"/>
            <a:ext cx="90945" cy="91350"/>
          </a:xfrm>
          <a:custGeom>
            <a:avLst/>
            <a:gdLst/>
            <a:ahLst/>
            <a:cxnLst/>
            <a:rect l="0" t="0" r="0" b="0"/>
            <a:pathLst>
              <a:path w="90945" h="91350">
                <a:moveTo>
                  <a:pt x="87324" y="52142"/>
                </a:moveTo>
                <a:cubicBezTo>
                  <a:pt x="89336" y="51738"/>
                  <a:pt x="90945" y="50121"/>
                  <a:pt x="90945" y="48100"/>
                </a:cubicBezTo>
                <a:lnTo>
                  <a:pt x="90945" y="43249"/>
                </a:lnTo>
                <a:cubicBezTo>
                  <a:pt x="90945" y="41228"/>
                  <a:pt x="89336" y="39611"/>
                  <a:pt x="87324" y="39207"/>
                </a:cubicBezTo>
                <a:lnTo>
                  <a:pt x="81690" y="38399"/>
                </a:lnTo>
                <a:cubicBezTo>
                  <a:pt x="80080" y="37995"/>
                  <a:pt x="78873" y="37186"/>
                  <a:pt x="78470" y="35570"/>
                </a:cubicBezTo>
                <a:lnTo>
                  <a:pt x="76056" y="29507"/>
                </a:lnTo>
                <a:cubicBezTo>
                  <a:pt x="75251" y="28294"/>
                  <a:pt x="75654" y="26273"/>
                  <a:pt x="76458" y="25060"/>
                </a:cubicBezTo>
                <a:lnTo>
                  <a:pt x="80080" y="20210"/>
                </a:lnTo>
                <a:cubicBezTo>
                  <a:pt x="81287" y="18593"/>
                  <a:pt x="81287" y="16168"/>
                  <a:pt x="79678" y="14955"/>
                </a:cubicBezTo>
                <a:lnTo>
                  <a:pt x="76056" y="11317"/>
                </a:lnTo>
                <a:cubicBezTo>
                  <a:pt x="74446" y="9700"/>
                  <a:pt x="72434" y="9700"/>
                  <a:pt x="70825" y="10913"/>
                </a:cubicBezTo>
                <a:lnTo>
                  <a:pt x="65996" y="14551"/>
                </a:lnTo>
                <a:cubicBezTo>
                  <a:pt x="64789" y="15359"/>
                  <a:pt x="63179" y="15764"/>
                  <a:pt x="61569" y="14955"/>
                </a:cubicBezTo>
                <a:cubicBezTo>
                  <a:pt x="59557" y="14147"/>
                  <a:pt x="57545" y="13338"/>
                  <a:pt x="55533" y="12530"/>
                </a:cubicBezTo>
                <a:cubicBezTo>
                  <a:pt x="53923" y="12126"/>
                  <a:pt x="53118" y="10913"/>
                  <a:pt x="52716" y="9296"/>
                </a:cubicBezTo>
                <a:lnTo>
                  <a:pt x="51911" y="3637"/>
                </a:lnTo>
                <a:cubicBezTo>
                  <a:pt x="51509" y="1616"/>
                  <a:pt x="49899" y="0"/>
                  <a:pt x="47887" y="0"/>
                </a:cubicBezTo>
                <a:lnTo>
                  <a:pt x="43058" y="0"/>
                </a:lnTo>
                <a:cubicBezTo>
                  <a:pt x="41046" y="0"/>
                  <a:pt x="39436" y="1616"/>
                  <a:pt x="39034" y="3637"/>
                </a:cubicBezTo>
                <a:lnTo>
                  <a:pt x="38229" y="9296"/>
                </a:lnTo>
                <a:cubicBezTo>
                  <a:pt x="37827" y="10913"/>
                  <a:pt x="37022" y="12126"/>
                  <a:pt x="35412" y="12530"/>
                </a:cubicBezTo>
                <a:cubicBezTo>
                  <a:pt x="33400" y="13338"/>
                  <a:pt x="31388" y="14147"/>
                  <a:pt x="29376" y="14955"/>
                </a:cubicBezTo>
                <a:cubicBezTo>
                  <a:pt x="28169" y="15764"/>
                  <a:pt x="26157" y="15359"/>
                  <a:pt x="24949" y="14551"/>
                </a:cubicBezTo>
                <a:lnTo>
                  <a:pt x="20120" y="10913"/>
                </a:lnTo>
                <a:cubicBezTo>
                  <a:pt x="18511" y="9700"/>
                  <a:pt x="16096" y="9700"/>
                  <a:pt x="14889" y="11317"/>
                </a:cubicBezTo>
                <a:lnTo>
                  <a:pt x="11267" y="14955"/>
                </a:lnTo>
                <a:cubicBezTo>
                  <a:pt x="9658" y="16572"/>
                  <a:pt x="9658" y="18593"/>
                  <a:pt x="10865" y="20210"/>
                </a:cubicBezTo>
                <a:lnTo>
                  <a:pt x="14486" y="25060"/>
                </a:lnTo>
                <a:cubicBezTo>
                  <a:pt x="15291" y="26273"/>
                  <a:pt x="15694" y="27890"/>
                  <a:pt x="14889" y="29507"/>
                </a:cubicBezTo>
                <a:cubicBezTo>
                  <a:pt x="14084" y="31528"/>
                  <a:pt x="13279" y="33549"/>
                  <a:pt x="12474" y="35570"/>
                </a:cubicBezTo>
                <a:cubicBezTo>
                  <a:pt x="12072" y="37186"/>
                  <a:pt x="10865" y="37995"/>
                  <a:pt x="9255" y="38399"/>
                </a:cubicBezTo>
                <a:lnTo>
                  <a:pt x="3621" y="39207"/>
                </a:lnTo>
                <a:cubicBezTo>
                  <a:pt x="1609" y="39611"/>
                  <a:pt x="0" y="41228"/>
                  <a:pt x="0" y="43249"/>
                </a:cubicBezTo>
                <a:lnTo>
                  <a:pt x="0" y="48100"/>
                </a:lnTo>
                <a:cubicBezTo>
                  <a:pt x="0" y="50121"/>
                  <a:pt x="1609" y="51738"/>
                  <a:pt x="3621" y="52142"/>
                </a:cubicBezTo>
                <a:lnTo>
                  <a:pt x="9255" y="52950"/>
                </a:lnTo>
                <a:cubicBezTo>
                  <a:pt x="10865" y="53354"/>
                  <a:pt x="12072" y="54163"/>
                  <a:pt x="12474" y="55780"/>
                </a:cubicBezTo>
                <a:cubicBezTo>
                  <a:pt x="13279" y="57801"/>
                  <a:pt x="14084" y="59822"/>
                  <a:pt x="14889" y="61843"/>
                </a:cubicBezTo>
                <a:cubicBezTo>
                  <a:pt x="15694" y="63055"/>
                  <a:pt x="15291" y="65076"/>
                  <a:pt x="14486" y="66289"/>
                </a:cubicBezTo>
                <a:lnTo>
                  <a:pt x="10865" y="71139"/>
                </a:lnTo>
                <a:cubicBezTo>
                  <a:pt x="9658" y="72756"/>
                  <a:pt x="9658" y="75181"/>
                  <a:pt x="11267" y="76394"/>
                </a:cubicBezTo>
                <a:lnTo>
                  <a:pt x="14889" y="80032"/>
                </a:lnTo>
                <a:cubicBezTo>
                  <a:pt x="16499" y="81649"/>
                  <a:pt x="18511" y="81649"/>
                  <a:pt x="20120" y="80436"/>
                </a:cubicBezTo>
                <a:lnTo>
                  <a:pt x="24949" y="76798"/>
                </a:lnTo>
                <a:cubicBezTo>
                  <a:pt x="26157" y="75990"/>
                  <a:pt x="27766" y="75586"/>
                  <a:pt x="29376" y="76394"/>
                </a:cubicBezTo>
                <a:cubicBezTo>
                  <a:pt x="31388" y="77202"/>
                  <a:pt x="33400" y="78011"/>
                  <a:pt x="35412" y="78819"/>
                </a:cubicBezTo>
                <a:cubicBezTo>
                  <a:pt x="37022" y="79224"/>
                  <a:pt x="37827" y="80436"/>
                  <a:pt x="38229" y="82053"/>
                </a:cubicBezTo>
                <a:lnTo>
                  <a:pt x="39034" y="87712"/>
                </a:lnTo>
                <a:cubicBezTo>
                  <a:pt x="39436" y="89733"/>
                  <a:pt x="41046" y="91350"/>
                  <a:pt x="43058" y="91350"/>
                </a:cubicBezTo>
                <a:lnTo>
                  <a:pt x="47887" y="91350"/>
                </a:lnTo>
                <a:cubicBezTo>
                  <a:pt x="49899" y="91350"/>
                  <a:pt x="51509" y="89733"/>
                  <a:pt x="51911" y="87712"/>
                </a:cubicBezTo>
                <a:lnTo>
                  <a:pt x="52716" y="82053"/>
                </a:lnTo>
                <a:cubicBezTo>
                  <a:pt x="53118" y="80436"/>
                  <a:pt x="53923" y="79224"/>
                  <a:pt x="55533" y="78819"/>
                </a:cubicBezTo>
                <a:cubicBezTo>
                  <a:pt x="57545" y="78011"/>
                  <a:pt x="59557" y="77202"/>
                  <a:pt x="61569" y="76394"/>
                </a:cubicBezTo>
                <a:cubicBezTo>
                  <a:pt x="62776" y="75586"/>
                  <a:pt x="64789" y="75990"/>
                  <a:pt x="65996" y="76798"/>
                </a:cubicBezTo>
                <a:lnTo>
                  <a:pt x="70825" y="80436"/>
                </a:lnTo>
                <a:cubicBezTo>
                  <a:pt x="72434" y="81649"/>
                  <a:pt x="74849" y="81649"/>
                  <a:pt x="76056" y="80032"/>
                </a:cubicBezTo>
                <a:lnTo>
                  <a:pt x="79678" y="76394"/>
                </a:lnTo>
                <a:cubicBezTo>
                  <a:pt x="81287" y="74777"/>
                  <a:pt x="81287" y="72756"/>
                  <a:pt x="80080" y="71139"/>
                </a:cubicBezTo>
                <a:lnTo>
                  <a:pt x="76458" y="66289"/>
                </a:lnTo>
                <a:cubicBezTo>
                  <a:pt x="75654" y="65076"/>
                  <a:pt x="75251" y="63460"/>
                  <a:pt x="76056" y="61843"/>
                </a:cubicBezTo>
                <a:lnTo>
                  <a:pt x="78470" y="55780"/>
                </a:lnTo>
                <a:cubicBezTo>
                  <a:pt x="78873" y="54163"/>
                  <a:pt x="80080" y="53354"/>
                  <a:pt x="81690" y="52950"/>
                </a:cubicBezTo>
                <a:close/>
                <a:moveTo>
                  <a:pt x="29506" y="32386"/>
                </a:moveTo>
                <a:cubicBezTo>
                  <a:pt x="29506" y="31173"/>
                  <a:pt x="29911" y="30365"/>
                  <a:pt x="30719" y="29961"/>
                </a:cubicBezTo>
                <a:cubicBezTo>
                  <a:pt x="33144" y="29152"/>
                  <a:pt x="38399" y="27131"/>
                  <a:pt x="45270" y="27131"/>
                </a:cubicBezTo>
                <a:cubicBezTo>
                  <a:pt x="52142" y="27131"/>
                  <a:pt x="57396" y="28748"/>
                  <a:pt x="59822" y="29961"/>
                </a:cubicBezTo>
                <a:cubicBezTo>
                  <a:pt x="61034" y="30365"/>
                  <a:pt x="61439" y="31578"/>
                  <a:pt x="61439" y="32386"/>
                </a:cubicBezTo>
                <a:lnTo>
                  <a:pt x="61439" y="44916"/>
                </a:lnTo>
                <a:cubicBezTo>
                  <a:pt x="61439" y="53000"/>
                  <a:pt x="56588" y="60276"/>
                  <a:pt x="48908" y="63105"/>
                </a:cubicBezTo>
                <a:lnTo>
                  <a:pt x="47291" y="63914"/>
                </a:lnTo>
                <a:cubicBezTo>
                  <a:pt x="46079" y="64318"/>
                  <a:pt x="44866" y="64318"/>
                  <a:pt x="43654" y="63914"/>
                </a:cubicBezTo>
                <a:lnTo>
                  <a:pt x="42037" y="63105"/>
                </a:lnTo>
                <a:cubicBezTo>
                  <a:pt x="34357" y="60276"/>
                  <a:pt x="29506" y="53000"/>
                  <a:pt x="29506" y="44916"/>
                </a:cubicBezTo>
                <a:close/>
                <a:moveTo>
                  <a:pt x="45472" y="64216"/>
                </a:moveTo>
                <a:lnTo>
                  <a:pt x="45472" y="2713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464041" y="3588654"/>
            <a:ext cx="84882" cy="90945"/>
          </a:xfrm>
          <a:custGeom>
            <a:avLst/>
            <a:gdLst/>
            <a:ahLst/>
            <a:cxnLst/>
            <a:rect l="0" t="0" r="0" b="0"/>
            <a:pathLst>
              <a:path w="84882" h="90945">
                <a:moveTo>
                  <a:pt x="84882" y="84882"/>
                </a:moveTo>
                <a:cubicBezTo>
                  <a:pt x="84882" y="88116"/>
                  <a:pt x="82053" y="90945"/>
                  <a:pt x="78819" y="90945"/>
                </a:cubicBezTo>
                <a:lnTo>
                  <a:pt x="6063" y="90945"/>
                </a:lnTo>
                <a:cubicBezTo>
                  <a:pt x="2829" y="90945"/>
                  <a:pt x="0" y="88116"/>
                  <a:pt x="0" y="84882"/>
                </a:cubicBezTo>
                <a:lnTo>
                  <a:pt x="0" y="6063"/>
                </a:lnTo>
                <a:cubicBezTo>
                  <a:pt x="0" y="2829"/>
                  <a:pt x="2829" y="0"/>
                  <a:pt x="6063" y="0"/>
                </a:cubicBezTo>
                <a:lnTo>
                  <a:pt x="66693" y="0"/>
                </a:lnTo>
                <a:cubicBezTo>
                  <a:pt x="68310" y="0"/>
                  <a:pt x="69927" y="808"/>
                  <a:pt x="70735" y="1616"/>
                </a:cubicBezTo>
                <a:lnTo>
                  <a:pt x="82861" y="13338"/>
                </a:lnTo>
                <a:cubicBezTo>
                  <a:pt x="84074" y="14551"/>
                  <a:pt x="84882" y="16168"/>
                  <a:pt x="84882" y="17784"/>
                </a:cubicBezTo>
                <a:close/>
                <a:moveTo>
                  <a:pt x="42239" y="24252"/>
                </a:moveTo>
                <a:lnTo>
                  <a:pt x="42239" y="12126"/>
                </a:lnTo>
                <a:moveTo>
                  <a:pt x="20007" y="35974"/>
                </a:moveTo>
                <a:lnTo>
                  <a:pt x="64470" y="35974"/>
                </a:lnTo>
                <a:moveTo>
                  <a:pt x="16774" y="78819"/>
                </a:moveTo>
                <a:cubicBezTo>
                  <a:pt x="20412" y="68310"/>
                  <a:pt x="30921" y="60630"/>
                  <a:pt x="42643" y="60630"/>
                </a:cubicBezTo>
                <a:cubicBezTo>
                  <a:pt x="54365" y="60630"/>
                  <a:pt x="64470" y="68310"/>
                  <a:pt x="68108" y="78819"/>
                </a:cubicBezTo>
                <a:moveTo>
                  <a:pt x="25666" y="40420"/>
                </a:moveTo>
                <a:cubicBezTo>
                  <a:pt x="26070" y="49312"/>
                  <a:pt x="33346" y="56588"/>
                  <a:pt x="42238" y="56588"/>
                </a:cubicBezTo>
                <a:cubicBezTo>
                  <a:pt x="51535" y="56588"/>
                  <a:pt x="58811" y="49312"/>
                  <a:pt x="58811" y="40016"/>
                </a:cubicBezTo>
                <a:lnTo>
                  <a:pt x="58811" y="32740"/>
                </a:lnTo>
                <a:cubicBezTo>
                  <a:pt x="58811" y="23443"/>
                  <a:pt x="51535" y="16168"/>
                  <a:pt x="42238" y="16168"/>
                </a:cubicBezTo>
                <a:cubicBezTo>
                  <a:pt x="33346" y="16168"/>
                  <a:pt x="26070" y="23443"/>
                  <a:pt x="25666" y="32336"/>
                </a:cubicBezTo>
                <a:close/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881175" y="3559365"/>
            <a:ext cx="92966" cy="92966"/>
          </a:xfrm>
          <a:custGeom>
            <a:avLst/>
            <a:gdLst/>
            <a:ahLst/>
            <a:cxnLst/>
            <a:rect l="0" t="0" r="0" b="0"/>
            <a:pathLst>
              <a:path w="92966" h="92966">
                <a:moveTo>
                  <a:pt x="58609" y="8084"/>
                </a:moveTo>
                <a:cubicBezTo>
                  <a:pt x="58609" y="12548"/>
                  <a:pt x="62228" y="16168"/>
                  <a:pt x="66693" y="16168"/>
                </a:cubicBezTo>
                <a:cubicBezTo>
                  <a:pt x="71158" y="16168"/>
                  <a:pt x="74777" y="12548"/>
                  <a:pt x="74777" y="8084"/>
                </a:cubicBezTo>
                <a:cubicBezTo>
                  <a:pt x="74777" y="3619"/>
                  <a:pt x="71158" y="0"/>
                  <a:pt x="66693" y="0"/>
                </a:cubicBezTo>
                <a:cubicBezTo>
                  <a:pt x="62228" y="0"/>
                  <a:pt x="58609" y="3619"/>
                  <a:pt x="58609" y="8084"/>
                </a:cubicBezTo>
                <a:moveTo>
                  <a:pt x="0" y="52546"/>
                </a:moveTo>
                <a:lnTo>
                  <a:pt x="30315" y="52546"/>
                </a:lnTo>
                <a:moveTo>
                  <a:pt x="22231" y="68714"/>
                </a:moveTo>
                <a:lnTo>
                  <a:pt x="22231" y="92966"/>
                </a:lnTo>
                <a:moveTo>
                  <a:pt x="38399" y="68714"/>
                </a:moveTo>
                <a:lnTo>
                  <a:pt x="38399" y="92966"/>
                </a:lnTo>
                <a:moveTo>
                  <a:pt x="24252" y="68714"/>
                </a:moveTo>
                <a:lnTo>
                  <a:pt x="24252" y="66693"/>
                </a:lnTo>
                <a:cubicBezTo>
                  <a:pt x="24252" y="63345"/>
                  <a:pt x="26966" y="60630"/>
                  <a:pt x="30315" y="60630"/>
                </a:cubicBezTo>
                <a:lnTo>
                  <a:pt x="30315" y="60630"/>
                </a:lnTo>
                <a:cubicBezTo>
                  <a:pt x="33663" y="60630"/>
                  <a:pt x="36378" y="63345"/>
                  <a:pt x="36378" y="66693"/>
                </a:cubicBezTo>
                <a:lnTo>
                  <a:pt x="36378" y="68714"/>
                </a:lnTo>
                <a:moveTo>
                  <a:pt x="0" y="92966"/>
                </a:moveTo>
                <a:lnTo>
                  <a:pt x="92966" y="92966"/>
                </a:lnTo>
                <a:moveTo>
                  <a:pt x="80840" y="52546"/>
                </a:moveTo>
                <a:lnTo>
                  <a:pt x="92966" y="52546"/>
                </a:lnTo>
                <a:moveTo>
                  <a:pt x="66693" y="92966"/>
                </a:moveTo>
                <a:cubicBezTo>
                  <a:pt x="63345" y="92966"/>
                  <a:pt x="60630" y="90252"/>
                  <a:pt x="60630" y="86903"/>
                </a:cubicBezTo>
                <a:lnTo>
                  <a:pt x="60630" y="42219"/>
                </a:lnTo>
                <a:lnTo>
                  <a:pt x="48027" y="51386"/>
                </a:lnTo>
                <a:cubicBezTo>
                  <a:pt x="46278" y="52706"/>
                  <a:pt x="43952" y="52979"/>
                  <a:pt x="41944" y="52100"/>
                </a:cubicBezTo>
                <a:cubicBezTo>
                  <a:pt x="39936" y="51222"/>
                  <a:pt x="38559" y="49328"/>
                  <a:pt x="38342" y="47147"/>
                </a:cubicBezTo>
                <a:cubicBezTo>
                  <a:pt x="38125" y="44966"/>
                  <a:pt x="39102" y="42837"/>
                  <a:pt x="40897" y="41580"/>
                </a:cubicBezTo>
                <a:lnTo>
                  <a:pt x="63128" y="25412"/>
                </a:lnTo>
                <a:cubicBezTo>
                  <a:pt x="64972" y="24071"/>
                  <a:pt x="67413" y="23878"/>
                  <a:pt x="69445" y="24913"/>
                </a:cubicBezTo>
                <a:cubicBezTo>
                  <a:pt x="71476" y="25948"/>
                  <a:pt x="72756" y="28035"/>
                  <a:pt x="72756" y="30315"/>
                </a:cubicBezTo>
                <a:lnTo>
                  <a:pt x="72756" y="86903"/>
                </a:lnTo>
                <a:cubicBezTo>
                  <a:pt x="72756" y="90252"/>
                  <a:pt x="70042" y="92966"/>
                  <a:pt x="66693" y="92966"/>
                </a:cubicBezTo>
                <a:close/>
                <a:moveTo>
                  <a:pt x="14147" y="68714"/>
                </a:moveTo>
                <a:lnTo>
                  <a:pt x="46483" y="68714"/>
                </a:lnTo>
                <a:cubicBezTo>
                  <a:pt x="46483" y="68714"/>
                  <a:pt x="48504" y="68714"/>
                  <a:pt x="48504" y="70735"/>
                </a:cubicBezTo>
                <a:lnTo>
                  <a:pt x="48504" y="90945"/>
                </a:lnTo>
                <a:cubicBezTo>
                  <a:pt x="48504" y="90945"/>
                  <a:pt x="48504" y="92966"/>
                  <a:pt x="46483" y="92966"/>
                </a:cubicBezTo>
                <a:lnTo>
                  <a:pt x="14147" y="92966"/>
                </a:lnTo>
                <a:cubicBezTo>
                  <a:pt x="14147" y="92966"/>
                  <a:pt x="12126" y="92966"/>
                  <a:pt x="12126" y="90945"/>
                </a:cubicBezTo>
                <a:lnTo>
                  <a:pt x="12126" y="70735"/>
                </a:lnTo>
                <a:cubicBezTo>
                  <a:pt x="12126" y="70735"/>
                  <a:pt x="12126" y="68714"/>
                  <a:pt x="14147" y="68714"/>
                </a:cubicBez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873099" y="3053999"/>
            <a:ext cx="84882" cy="93372"/>
          </a:xfrm>
          <a:custGeom>
            <a:avLst/>
            <a:gdLst/>
            <a:ahLst/>
            <a:cxnLst/>
            <a:rect l="0" t="0" r="0" b="0"/>
            <a:pathLst>
              <a:path w="84882" h="93372">
                <a:moveTo>
                  <a:pt x="0" y="13363"/>
                </a:moveTo>
                <a:lnTo>
                  <a:pt x="0" y="44232"/>
                </a:lnTo>
                <a:cubicBezTo>
                  <a:pt x="243" y="65126"/>
                  <a:pt x="13513" y="83643"/>
                  <a:pt x="33221" y="90587"/>
                </a:cubicBezTo>
                <a:lnTo>
                  <a:pt x="37752" y="92260"/>
                </a:lnTo>
                <a:cubicBezTo>
                  <a:pt x="40779" y="93372"/>
                  <a:pt x="44103" y="93372"/>
                  <a:pt x="47130" y="92260"/>
                </a:cubicBezTo>
                <a:lnTo>
                  <a:pt x="51661" y="90587"/>
                </a:lnTo>
                <a:cubicBezTo>
                  <a:pt x="71369" y="83643"/>
                  <a:pt x="84639" y="65126"/>
                  <a:pt x="84882" y="44232"/>
                </a:cubicBezTo>
                <a:lnTo>
                  <a:pt x="84882" y="13363"/>
                </a:lnTo>
                <a:cubicBezTo>
                  <a:pt x="84874" y="10884"/>
                  <a:pt x="83389" y="8649"/>
                  <a:pt x="81107" y="7680"/>
                </a:cubicBezTo>
                <a:cubicBezTo>
                  <a:pt x="68863" y="2570"/>
                  <a:pt x="55708" y="0"/>
                  <a:pt x="42441" y="126"/>
                </a:cubicBezTo>
                <a:cubicBezTo>
                  <a:pt x="29174" y="0"/>
                  <a:pt x="16019" y="2570"/>
                  <a:pt x="3775" y="7680"/>
                </a:cubicBezTo>
                <a:cubicBezTo>
                  <a:pt x="1493" y="8649"/>
                  <a:pt x="8" y="10884"/>
                  <a:pt x="0" y="13363"/>
                </a:cubicBezTo>
                <a:close/>
                <a:moveTo>
                  <a:pt x="68714" y="20336"/>
                </a:moveTo>
                <a:lnTo>
                  <a:pt x="68714" y="28420"/>
                </a:lnTo>
                <a:lnTo>
                  <a:pt x="51115" y="46019"/>
                </a:lnTo>
                <a:cubicBezTo>
                  <a:pt x="54328" y="53136"/>
                  <a:pt x="51995" y="61533"/>
                  <a:pt x="45571" y="65972"/>
                </a:cubicBezTo>
                <a:cubicBezTo>
                  <a:pt x="39147" y="70412"/>
                  <a:pt x="30468" y="69625"/>
                  <a:pt x="24946" y="64104"/>
                </a:cubicBezTo>
                <a:cubicBezTo>
                  <a:pt x="19425" y="58582"/>
                  <a:pt x="18638" y="49903"/>
                  <a:pt x="23078" y="43479"/>
                </a:cubicBezTo>
                <a:cubicBezTo>
                  <a:pt x="27517" y="37055"/>
                  <a:pt x="35914" y="34722"/>
                  <a:pt x="43031" y="37935"/>
                </a:cubicBezTo>
                <a:lnTo>
                  <a:pt x="60630" y="20336"/>
                </a:lnTo>
                <a:close/>
                <a:moveTo>
                  <a:pt x="31325" y="52672"/>
                </a:moveTo>
                <a:cubicBezTo>
                  <a:pt x="31325" y="49882"/>
                  <a:pt x="33587" y="47620"/>
                  <a:pt x="36378" y="47620"/>
                </a:cubicBezTo>
                <a:cubicBezTo>
                  <a:pt x="39168" y="47620"/>
                  <a:pt x="41430" y="49882"/>
                  <a:pt x="41430" y="52672"/>
                </a:cubicBezTo>
                <a:cubicBezTo>
                  <a:pt x="41430" y="55463"/>
                  <a:pt x="39168" y="57725"/>
                  <a:pt x="36378" y="57725"/>
                </a:cubicBezTo>
                <a:cubicBezTo>
                  <a:pt x="33587" y="57725"/>
                  <a:pt x="31325" y="55463"/>
                  <a:pt x="31325" y="52672"/>
                </a:cubicBezTo>
                <a:close/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459013" y="3025847"/>
            <a:ext cx="93952" cy="92966"/>
          </a:xfrm>
          <a:custGeom>
            <a:avLst/>
            <a:gdLst/>
            <a:ahLst/>
            <a:cxnLst/>
            <a:rect l="0" t="0" r="0" b="0"/>
            <a:pathLst>
              <a:path w="93952" h="92966">
                <a:moveTo>
                  <a:pt x="23216" y="24252"/>
                </a:moveTo>
                <a:cubicBezTo>
                  <a:pt x="11728" y="24242"/>
                  <a:pt x="2125" y="32988"/>
                  <a:pt x="1062" y="44427"/>
                </a:cubicBezTo>
                <a:cubicBezTo>
                  <a:pt x="0" y="55866"/>
                  <a:pt x="7828" y="66230"/>
                  <a:pt x="19121" y="68337"/>
                </a:cubicBezTo>
                <a:cubicBezTo>
                  <a:pt x="30415" y="70444"/>
                  <a:pt x="41453" y="63599"/>
                  <a:pt x="44586" y="52546"/>
                </a:cubicBezTo>
                <a:lnTo>
                  <a:pt x="49489" y="52546"/>
                </a:lnTo>
                <a:lnTo>
                  <a:pt x="53532" y="56588"/>
                </a:lnTo>
                <a:lnTo>
                  <a:pt x="57574" y="52546"/>
                </a:lnTo>
                <a:lnTo>
                  <a:pt x="61616" y="52546"/>
                </a:lnTo>
                <a:lnTo>
                  <a:pt x="65658" y="56588"/>
                </a:lnTo>
                <a:lnTo>
                  <a:pt x="69700" y="52546"/>
                </a:lnTo>
                <a:lnTo>
                  <a:pt x="75763" y="52546"/>
                </a:lnTo>
                <a:lnTo>
                  <a:pt x="81826" y="46483"/>
                </a:lnTo>
                <a:lnTo>
                  <a:pt x="75763" y="40420"/>
                </a:lnTo>
                <a:lnTo>
                  <a:pt x="44586" y="40420"/>
                </a:lnTo>
                <a:cubicBezTo>
                  <a:pt x="41877" y="30860"/>
                  <a:pt x="33152" y="24260"/>
                  <a:pt x="23216" y="24252"/>
                </a:cubicBezTo>
                <a:close/>
                <a:moveTo>
                  <a:pt x="9069" y="46491"/>
                </a:moveTo>
                <a:cubicBezTo>
                  <a:pt x="9069" y="43143"/>
                  <a:pt x="11784" y="40428"/>
                  <a:pt x="15132" y="40428"/>
                </a:cubicBezTo>
                <a:cubicBezTo>
                  <a:pt x="18481" y="40428"/>
                  <a:pt x="21195" y="43143"/>
                  <a:pt x="21195" y="46491"/>
                </a:cubicBezTo>
                <a:cubicBezTo>
                  <a:pt x="21195" y="49840"/>
                  <a:pt x="18481" y="52554"/>
                  <a:pt x="15132" y="52554"/>
                </a:cubicBezTo>
                <a:cubicBezTo>
                  <a:pt x="11784" y="52554"/>
                  <a:pt x="9069" y="49840"/>
                  <a:pt x="9069" y="46491"/>
                </a:cubicBezTo>
                <a:close/>
                <a:moveTo>
                  <a:pt x="41405" y="76887"/>
                </a:moveTo>
                <a:lnTo>
                  <a:pt x="41405" y="88924"/>
                </a:lnTo>
                <a:cubicBezTo>
                  <a:pt x="41405" y="91157"/>
                  <a:pt x="43215" y="92966"/>
                  <a:pt x="45447" y="92966"/>
                </a:cubicBezTo>
                <a:lnTo>
                  <a:pt x="89910" y="92966"/>
                </a:lnTo>
                <a:cubicBezTo>
                  <a:pt x="92142" y="92966"/>
                  <a:pt x="93952" y="91157"/>
                  <a:pt x="93952" y="88924"/>
                </a:cubicBezTo>
                <a:lnTo>
                  <a:pt x="93952" y="4042"/>
                </a:lnTo>
                <a:cubicBezTo>
                  <a:pt x="93952" y="1809"/>
                  <a:pt x="92142" y="0"/>
                  <a:pt x="89910" y="0"/>
                </a:cubicBezTo>
                <a:lnTo>
                  <a:pt x="45447" y="0"/>
                </a:lnTo>
                <a:cubicBezTo>
                  <a:pt x="43215" y="0"/>
                  <a:pt x="41405" y="1809"/>
                  <a:pt x="41405" y="4042"/>
                </a:cubicBezTo>
                <a:lnTo>
                  <a:pt x="41405" y="20210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879154" y="3023826"/>
            <a:ext cx="93553" cy="94009"/>
          </a:xfrm>
          <a:custGeom>
            <a:avLst/>
            <a:gdLst/>
            <a:ahLst/>
            <a:cxnLst/>
            <a:rect l="0" t="0" r="0" b="0"/>
            <a:pathLst>
              <a:path w="93553" h="94009">
                <a:moveTo>
                  <a:pt x="0" y="0"/>
                </a:moveTo>
                <a:moveTo>
                  <a:pt x="80536" y="52647"/>
                </a:moveTo>
                <a:lnTo>
                  <a:pt x="65208" y="52647"/>
                </a:lnTo>
                <a:lnTo>
                  <a:pt x="65208" y="65665"/>
                </a:lnTo>
                <a:lnTo>
                  <a:pt x="52191" y="65665"/>
                </a:lnTo>
                <a:lnTo>
                  <a:pt x="52191" y="80992"/>
                </a:lnTo>
                <a:lnTo>
                  <a:pt x="65208" y="80992"/>
                </a:lnTo>
                <a:lnTo>
                  <a:pt x="65208" y="94009"/>
                </a:lnTo>
                <a:lnTo>
                  <a:pt x="80536" y="94009"/>
                </a:lnTo>
                <a:lnTo>
                  <a:pt x="80536" y="80992"/>
                </a:lnTo>
                <a:lnTo>
                  <a:pt x="93553" y="80992"/>
                </a:lnTo>
                <a:lnTo>
                  <a:pt x="93553" y="65665"/>
                </a:lnTo>
                <a:lnTo>
                  <a:pt x="80536" y="65665"/>
                </a:lnTo>
                <a:close/>
                <a:moveTo>
                  <a:pt x="39961" y="82625"/>
                </a:moveTo>
                <a:lnTo>
                  <a:pt x="9518" y="82625"/>
                </a:lnTo>
                <a:cubicBezTo>
                  <a:pt x="7910" y="82625"/>
                  <a:pt x="6368" y="81986"/>
                  <a:pt x="5231" y="80849"/>
                </a:cubicBezTo>
                <a:cubicBezTo>
                  <a:pt x="4094" y="79712"/>
                  <a:pt x="3455" y="78169"/>
                  <a:pt x="3455" y="76561"/>
                </a:cubicBezTo>
                <a:lnTo>
                  <a:pt x="3455" y="9868"/>
                </a:lnTo>
                <a:cubicBezTo>
                  <a:pt x="3455" y="8260"/>
                  <a:pt x="4094" y="6718"/>
                  <a:pt x="5231" y="5581"/>
                </a:cubicBezTo>
                <a:cubicBezTo>
                  <a:pt x="6368" y="4443"/>
                  <a:pt x="7910" y="3805"/>
                  <a:pt x="9518" y="3805"/>
                </a:cubicBezTo>
                <a:lnTo>
                  <a:pt x="52481" y="3805"/>
                </a:lnTo>
                <a:cubicBezTo>
                  <a:pt x="54088" y="3805"/>
                  <a:pt x="55629" y="4443"/>
                  <a:pt x="56766" y="5579"/>
                </a:cubicBezTo>
                <a:lnTo>
                  <a:pt x="68375" y="17188"/>
                </a:lnTo>
                <a:cubicBezTo>
                  <a:pt x="69511" y="18325"/>
                  <a:pt x="70149" y="19866"/>
                  <a:pt x="70149" y="21472"/>
                </a:cubicBezTo>
                <a:lnTo>
                  <a:pt x="70149" y="40366"/>
                </a:lnTo>
                <a:moveTo>
                  <a:pt x="19844" y="52646"/>
                </a:moveTo>
                <a:lnTo>
                  <a:pt x="51191" y="52646"/>
                </a:lnTo>
                <a:cubicBezTo>
                  <a:pt x="51191" y="48489"/>
                  <a:pt x="49540" y="44503"/>
                  <a:pt x="46600" y="41563"/>
                </a:cubicBezTo>
                <a:cubicBezTo>
                  <a:pt x="43661" y="38624"/>
                  <a:pt x="39674" y="36973"/>
                  <a:pt x="35517" y="36973"/>
                </a:cubicBezTo>
                <a:cubicBezTo>
                  <a:pt x="31361" y="36973"/>
                  <a:pt x="27374" y="38624"/>
                  <a:pt x="24435" y="41563"/>
                </a:cubicBezTo>
                <a:cubicBezTo>
                  <a:pt x="21495" y="44503"/>
                  <a:pt x="19844" y="48489"/>
                  <a:pt x="19844" y="52646"/>
                </a:cubicBezTo>
                <a:close/>
                <a:moveTo>
                  <a:pt x="35518" y="36973"/>
                </a:moveTo>
                <a:cubicBezTo>
                  <a:pt x="41289" y="36973"/>
                  <a:pt x="45966" y="32295"/>
                  <a:pt x="45966" y="26524"/>
                </a:cubicBezTo>
                <a:cubicBezTo>
                  <a:pt x="45966" y="20753"/>
                  <a:pt x="41289" y="16075"/>
                  <a:pt x="35518" y="16075"/>
                </a:cubicBezTo>
                <a:cubicBezTo>
                  <a:pt x="29747" y="16075"/>
                  <a:pt x="25069" y="20753"/>
                  <a:pt x="25069" y="26524"/>
                </a:cubicBezTo>
                <a:cubicBezTo>
                  <a:pt x="25069" y="32295"/>
                  <a:pt x="29747" y="36973"/>
                  <a:pt x="35518" y="36973"/>
                </a:cubicBezTo>
                <a:close/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69501" y="2915903"/>
            <a:ext cx="292069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Secure Login
(Admin)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69012" y="2944197"/>
            <a:ext cx="274923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Login (Crew)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56963" y="2944197"/>
            <a:ext cx="341427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Register / Login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62387" y="3449421"/>
            <a:ext cx="306277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Administrator
(Admin)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49570" y="3449421"/>
            <a:ext cx="313856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Crew Member
(Driver)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54987" y="2451892"/>
            <a:ext cx="0" cy="1212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>
                <a:solidFill>
                  <a:srgbClr val="F4F4F4"/>
                </a:solidFill>
                <a:latin typeface="Roboto"/>
              </a:rPr>
              <a:t/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99524" y="3982939"/>
            <a:ext cx="328068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Search for Bus
Routes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90713" y="3982939"/>
            <a:ext cx="309786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View Live Bus
Locations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00254" y="3982939"/>
            <a:ext cx="254838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Check Seat
Availability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319616" y="4011234"/>
            <a:ext cx="372122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Book Bus Tickets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928752" y="3982939"/>
            <a:ext cx="309879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Receive Delay
Notifications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46942" y="3982939"/>
            <a:ext cx="328638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View Assigned
Trip/Bus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92578" y="4011234"/>
            <a:ext cx="175448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End Trip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955594" y="3982939"/>
            <a:ext cx="379034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Report
Delay/Breakdown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65660" y="4011234"/>
            <a:ext cx="292825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Manage Fleet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37447" y="3982939"/>
            <a:ext cx="392110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Manage Routes &amp;
Stages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61215" y="3982939"/>
            <a:ext cx="308646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Manage Crew
Members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03415" y="3982939"/>
            <a:ext cx="388319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Set Dynamic Fare
Prices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61297" y="3982939"/>
            <a:ext cx="436730" cy="1131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Monitor Live Trips &amp;
Fleet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18235" y="4121448"/>
            <a:ext cx="90634" cy="92537"/>
          </a:xfrm>
          <a:custGeom>
            <a:avLst/>
            <a:gdLst/>
            <a:ahLst/>
            <a:cxnLst/>
            <a:rect l="0" t="0" r="0" b="0"/>
            <a:pathLst>
              <a:path w="90634" h="92537">
                <a:moveTo>
                  <a:pt x="45315" y="12"/>
                </a:moveTo>
                <a:cubicBezTo>
                  <a:pt x="54063" y="0"/>
                  <a:pt x="62633" y="2481"/>
                  <a:pt x="70020" y="7167"/>
                </a:cubicBezTo>
                <a:cubicBezTo>
                  <a:pt x="89220" y="19337"/>
                  <a:pt x="90634" y="44475"/>
                  <a:pt x="75335" y="62854"/>
                </a:cubicBezTo>
                <a:cubicBezTo>
                  <a:pt x="66605" y="73339"/>
                  <a:pt x="56996" y="83059"/>
                  <a:pt x="46612" y="91908"/>
                </a:cubicBezTo>
                <a:cubicBezTo>
                  <a:pt x="45862" y="92537"/>
                  <a:pt x="44768" y="92537"/>
                  <a:pt x="44017" y="91908"/>
                </a:cubicBezTo>
                <a:cubicBezTo>
                  <a:pt x="33634" y="83057"/>
                  <a:pt x="24025" y="73335"/>
                  <a:pt x="15295" y="62850"/>
                </a:cubicBezTo>
                <a:cubicBezTo>
                  <a:pt x="0" y="44475"/>
                  <a:pt x="1410" y="19337"/>
                  <a:pt x="20610" y="7167"/>
                </a:cubicBezTo>
                <a:cubicBezTo>
                  <a:pt x="27997" y="2481"/>
                  <a:pt x="36567" y="0"/>
                  <a:pt x="45315" y="12"/>
                </a:cubicBezTo>
                <a:close/>
                <a:moveTo>
                  <a:pt x="21063" y="36379"/>
                </a:moveTo>
                <a:cubicBezTo>
                  <a:pt x="21063" y="47540"/>
                  <a:pt x="30111" y="56589"/>
                  <a:pt x="41273" y="56589"/>
                </a:cubicBezTo>
                <a:cubicBezTo>
                  <a:pt x="52435" y="56589"/>
                  <a:pt x="61483" y="47540"/>
                  <a:pt x="61483" y="36379"/>
                </a:cubicBezTo>
                <a:cubicBezTo>
                  <a:pt x="61483" y="25217"/>
                  <a:pt x="52435" y="16168"/>
                  <a:pt x="41273" y="16168"/>
                </a:cubicBezTo>
                <a:cubicBezTo>
                  <a:pt x="30111" y="16168"/>
                  <a:pt x="21063" y="25217"/>
                  <a:pt x="21063" y="36379"/>
                </a:cubicBezTo>
                <a:close/>
                <a:moveTo>
                  <a:pt x="55565" y="50671"/>
                </a:moveTo>
                <a:lnTo>
                  <a:pt x="65525" y="6063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300289" y="4121448"/>
            <a:ext cx="90634" cy="92537"/>
          </a:xfrm>
          <a:custGeom>
            <a:avLst/>
            <a:gdLst/>
            <a:ahLst/>
            <a:cxnLst/>
            <a:rect l="0" t="0" r="0" b="0"/>
            <a:pathLst>
              <a:path w="90634" h="92537">
                <a:moveTo>
                  <a:pt x="45315" y="12"/>
                </a:moveTo>
                <a:cubicBezTo>
                  <a:pt x="54063" y="0"/>
                  <a:pt x="62633" y="2481"/>
                  <a:pt x="70020" y="7167"/>
                </a:cubicBezTo>
                <a:cubicBezTo>
                  <a:pt x="89220" y="19337"/>
                  <a:pt x="90634" y="44475"/>
                  <a:pt x="75335" y="62854"/>
                </a:cubicBezTo>
                <a:cubicBezTo>
                  <a:pt x="66605" y="73339"/>
                  <a:pt x="56996" y="83059"/>
                  <a:pt x="46612" y="91908"/>
                </a:cubicBezTo>
                <a:cubicBezTo>
                  <a:pt x="45862" y="92537"/>
                  <a:pt x="44768" y="92537"/>
                  <a:pt x="44017" y="91908"/>
                </a:cubicBezTo>
                <a:cubicBezTo>
                  <a:pt x="33634" y="83057"/>
                  <a:pt x="24025" y="73335"/>
                  <a:pt x="15295" y="62850"/>
                </a:cubicBezTo>
                <a:cubicBezTo>
                  <a:pt x="0" y="44475"/>
                  <a:pt x="1410" y="19337"/>
                  <a:pt x="20610" y="7167"/>
                </a:cubicBezTo>
                <a:cubicBezTo>
                  <a:pt x="27997" y="2481"/>
                  <a:pt x="36567" y="0"/>
                  <a:pt x="45315" y="12"/>
                </a:cubicBezTo>
                <a:close/>
                <a:moveTo>
                  <a:pt x="57441" y="56601"/>
                </a:moveTo>
                <a:cubicBezTo>
                  <a:pt x="59673" y="56601"/>
                  <a:pt x="61483" y="54791"/>
                  <a:pt x="61483" y="52559"/>
                </a:cubicBezTo>
                <a:lnTo>
                  <a:pt x="61483" y="24265"/>
                </a:lnTo>
                <a:cubicBezTo>
                  <a:pt x="61483" y="19800"/>
                  <a:pt x="57864" y="16181"/>
                  <a:pt x="53399" y="16181"/>
                </a:cubicBezTo>
                <a:lnTo>
                  <a:pt x="37231" y="16181"/>
                </a:lnTo>
                <a:cubicBezTo>
                  <a:pt x="32766" y="16181"/>
                  <a:pt x="29147" y="19800"/>
                  <a:pt x="29147" y="24265"/>
                </a:cubicBezTo>
                <a:lnTo>
                  <a:pt x="29147" y="52559"/>
                </a:lnTo>
                <a:cubicBezTo>
                  <a:pt x="29147" y="54791"/>
                  <a:pt x="30956" y="56601"/>
                  <a:pt x="33189" y="56601"/>
                </a:cubicBezTo>
                <a:close/>
                <a:moveTo>
                  <a:pt x="29147" y="40433"/>
                </a:moveTo>
                <a:lnTo>
                  <a:pt x="61483" y="40433"/>
                </a:lnTo>
                <a:moveTo>
                  <a:pt x="29147" y="24265"/>
                </a:moveTo>
                <a:lnTo>
                  <a:pt x="61483" y="24265"/>
                </a:lnTo>
                <a:moveTo>
                  <a:pt x="33189" y="56601"/>
                </a:moveTo>
                <a:lnTo>
                  <a:pt x="33189" y="60643"/>
                </a:lnTo>
                <a:moveTo>
                  <a:pt x="57441" y="56601"/>
                </a:moveTo>
                <a:lnTo>
                  <a:pt x="57441" y="60643"/>
                </a:lnTo>
                <a:moveTo>
                  <a:pt x="37231" y="47506"/>
                </a:moveTo>
                <a:cubicBezTo>
                  <a:pt x="37789" y="47506"/>
                  <a:pt x="38241" y="47959"/>
                  <a:pt x="38241" y="48517"/>
                </a:cubicBezTo>
                <a:moveTo>
                  <a:pt x="36220" y="48517"/>
                </a:moveTo>
                <a:cubicBezTo>
                  <a:pt x="36220" y="47959"/>
                  <a:pt x="36673" y="47506"/>
                  <a:pt x="37231" y="47506"/>
                </a:cubicBezTo>
                <a:moveTo>
                  <a:pt x="36220" y="48517"/>
                </a:moveTo>
                <a:cubicBezTo>
                  <a:pt x="36220" y="49075"/>
                  <a:pt x="36673" y="49527"/>
                  <a:pt x="37231" y="49527"/>
                </a:cubicBezTo>
                <a:moveTo>
                  <a:pt x="37231" y="49527"/>
                </a:moveTo>
                <a:cubicBezTo>
                  <a:pt x="37789" y="49527"/>
                  <a:pt x="38241" y="49075"/>
                  <a:pt x="38241" y="48517"/>
                </a:cubicBezTo>
                <a:moveTo>
                  <a:pt x="53399" y="47506"/>
                </a:moveTo>
                <a:cubicBezTo>
                  <a:pt x="53957" y="47506"/>
                  <a:pt x="54409" y="47959"/>
                  <a:pt x="54409" y="48517"/>
                </a:cubicBezTo>
                <a:moveTo>
                  <a:pt x="52388" y="48517"/>
                </a:moveTo>
                <a:cubicBezTo>
                  <a:pt x="52388" y="47959"/>
                  <a:pt x="52841" y="47506"/>
                  <a:pt x="53399" y="47506"/>
                </a:cubicBezTo>
                <a:moveTo>
                  <a:pt x="52388" y="48517"/>
                </a:moveTo>
                <a:cubicBezTo>
                  <a:pt x="52388" y="49075"/>
                  <a:pt x="52841" y="49527"/>
                  <a:pt x="53399" y="49527"/>
                </a:cubicBezTo>
                <a:moveTo>
                  <a:pt x="53399" y="49527"/>
                </a:moveTo>
                <a:cubicBezTo>
                  <a:pt x="53957" y="49527"/>
                  <a:pt x="54409" y="49075"/>
                  <a:pt x="54409" y="48517"/>
                </a:cubicBezTo>
                <a:moveTo>
                  <a:pt x="21063" y="36391"/>
                </a:moveTo>
                <a:lnTo>
                  <a:pt x="21063" y="28307"/>
                </a:lnTo>
                <a:lnTo>
                  <a:pt x="29147" y="28307"/>
                </a:lnTo>
                <a:moveTo>
                  <a:pt x="61483" y="28307"/>
                </a:moveTo>
                <a:lnTo>
                  <a:pt x="69567" y="28307"/>
                </a:lnTo>
                <a:lnTo>
                  <a:pt x="69567" y="36391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881175" y="4121137"/>
            <a:ext cx="92966" cy="93023"/>
          </a:xfrm>
          <a:custGeom>
            <a:avLst/>
            <a:gdLst/>
            <a:ahLst/>
            <a:cxnLst/>
            <a:rect l="0" t="0" r="0" b="0"/>
            <a:pathLst>
              <a:path w="92966" h="93023">
                <a:moveTo>
                  <a:pt x="36378" y="12126"/>
                </a:moveTo>
                <a:cubicBezTo>
                  <a:pt x="36378" y="17707"/>
                  <a:pt x="40902" y="22231"/>
                  <a:pt x="46483" y="22231"/>
                </a:cubicBezTo>
                <a:cubicBezTo>
                  <a:pt x="52064" y="22231"/>
                  <a:pt x="56588" y="17707"/>
                  <a:pt x="56588" y="12126"/>
                </a:cubicBezTo>
                <a:cubicBezTo>
                  <a:pt x="56588" y="6545"/>
                  <a:pt x="52064" y="2021"/>
                  <a:pt x="46483" y="2021"/>
                </a:cubicBezTo>
                <a:cubicBezTo>
                  <a:pt x="40902" y="2021"/>
                  <a:pt x="36378" y="6545"/>
                  <a:pt x="36378" y="12126"/>
                </a:cubicBezTo>
                <a:close/>
                <a:moveTo>
                  <a:pt x="62962" y="92991"/>
                </a:moveTo>
                <a:lnTo>
                  <a:pt x="58205" y="72295"/>
                </a:lnTo>
                <a:cubicBezTo>
                  <a:pt x="57993" y="71381"/>
                  <a:pt x="57179" y="70733"/>
                  <a:pt x="56240" y="70731"/>
                </a:cubicBezTo>
                <a:lnTo>
                  <a:pt x="32336" y="70731"/>
                </a:lnTo>
                <a:cubicBezTo>
                  <a:pt x="30520" y="70731"/>
                  <a:pt x="28800" y="69917"/>
                  <a:pt x="27649" y="68514"/>
                </a:cubicBezTo>
                <a:cubicBezTo>
                  <a:pt x="26497" y="67110"/>
                  <a:pt x="26035" y="65264"/>
                  <a:pt x="26390" y="63484"/>
                </a:cubicBezTo>
                <a:lnTo>
                  <a:pt x="32453" y="33169"/>
                </a:lnTo>
                <a:cubicBezTo>
                  <a:pt x="32859" y="31143"/>
                  <a:pt x="34269" y="29464"/>
                  <a:pt x="36194" y="28713"/>
                </a:cubicBezTo>
                <a:cubicBezTo>
                  <a:pt x="38119" y="27962"/>
                  <a:pt x="40293" y="28243"/>
                  <a:pt x="41964" y="29458"/>
                </a:cubicBezTo>
                <a:lnTo>
                  <a:pt x="64195" y="45626"/>
                </a:lnTo>
                <a:cubicBezTo>
                  <a:pt x="66835" y="47618"/>
                  <a:pt x="67392" y="51357"/>
                  <a:pt x="65447" y="54032"/>
                </a:cubicBezTo>
                <a:cubicBezTo>
                  <a:pt x="63502" y="56706"/>
                  <a:pt x="59774" y="57329"/>
                  <a:pt x="57065" y="55432"/>
                </a:cubicBezTo>
                <a:lnTo>
                  <a:pt x="42489" y="44834"/>
                </a:lnTo>
                <a:lnTo>
                  <a:pt x="39733" y="58613"/>
                </a:lnTo>
                <a:lnTo>
                  <a:pt x="56220" y="58613"/>
                </a:lnTo>
                <a:cubicBezTo>
                  <a:pt x="62817" y="58587"/>
                  <a:pt x="68547" y="63145"/>
                  <a:pt x="70004" y="69579"/>
                </a:cubicBezTo>
                <a:lnTo>
                  <a:pt x="75412" y="93023"/>
                </a:lnTo>
                <a:moveTo>
                  <a:pt x="92966" y="0"/>
                </a:moveTo>
                <a:lnTo>
                  <a:pt x="81245" y="15658"/>
                </a:lnTo>
                <a:cubicBezTo>
                  <a:pt x="80717" y="16361"/>
                  <a:pt x="79911" y="16800"/>
                  <a:pt x="79035" y="16862"/>
                </a:cubicBezTo>
                <a:cubicBezTo>
                  <a:pt x="78158" y="16924"/>
                  <a:pt x="77298" y="16603"/>
                  <a:pt x="76677" y="15982"/>
                </a:cubicBezTo>
                <a:lnTo>
                  <a:pt x="70614" y="9919"/>
                </a:lnTo>
                <a:moveTo>
                  <a:pt x="52546" y="70735"/>
                </a:moveTo>
                <a:lnTo>
                  <a:pt x="52546" y="75068"/>
                </a:lnTo>
                <a:cubicBezTo>
                  <a:pt x="52506" y="77210"/>
                  <a:pt x="51606" y="79245"/>
                  <a:pt x="50049" y="80716"/>
                </a:cubicBezTo>
                <a:cubicBezTo>
                  <a:pt x="48492" y="82187"/>
                  <a:pt x="46408" y="82969"/>
                  <a:pt x="44268" y="82886"/>
                </a:cubicBezTo>
                <a:cubicBezTo>
                  <a:pt x="40420" y="82886"/>
                  <a:pt x="38399" y="84907"/>
                  <a:pt x="38399" y="90970"/>
                </a:cubicBezTo>
                <a:lnTo>
                  <a:pt x="38399" y="92991"/>
                </a:lnTo>
                <a:moveTo>
                  <a:pt x="0" y="92966"/>
                </a:moveTo>
                <a:lnTo>
                  <a:pt x="0" y="48504"/>
                </a:lnTo>
                <a:cubicBezTo>
                  <a:pt x="0" y="46272"/>
                  <a:pt x="1809" y="44462"/>
                  <a:pt x="4042" y="44462"/>
                </a:cubicBezTo>
                <a:lnTo>
                  <a:pt x="12126" y="44462"/>
                </a:lnTo>
                <a:cubicBezTo>
                  <a:pt x="14358" y="44462"/>
                  <a:pt x="16168" y="46272"/>
                  <a:pt x="16168" y="48504"/>
                </a:cubicBezTo>
                <a:lnTo>
                  <a:pt x="16168" y="68714"/>
                </a:lnTo>
                <a:cubicBezTo>
                  <a:pt x="16168" y="69830"/>
                  <a:pt x="17073" y="70735"/>
                  <a:pt x="18189" y="70735"/>
                </a:cubicBezTo>
                <a:lnTo>
                  <a:pt x="32336" y="70735"/>
                </a:lnTo>
                <a:moveTo>
                  <a:pt x="16168" y="56588"/>
                </a:moveTo>
                <a:lnTo>
                  <a:pt x="0" y="56588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459187" y="4107030"/>
            <a:ext cx="92966" cy="64672"/>
          </a:xfrm>
          <a:custGeom>
            <a:avLst/>
            <a:gdLst/>
            <a:ahLst/>
            <a:cxnLst/>
            <a:rect l="0" t="0" r="0" b="0"/>
            <a:pathLst>
              <a:path w="92966" h="64672">
                <a:moveTo>
                  <a:pt x="78819" y="32336"/>
                </a:moveTo>
                <a:cubicBezTo>
                  <a:pt x="78819" y="40149"/>
                  <a:pt x="85153" y="46483"/>
                  <a:pt x="92966" y="46483"/>
                </a:cubicBezTo>
                <a:lnTo>
                  <a:pt x="92966" y="60630"/>
                </a:lnTo>
                <a:cubicBezTo>
                  <a:pt x="92966" y="62863"/>
                  <a:pt x="91157" y="64672"/>
                  <a:pt x="88924" y="64672"/>
                </a:cubicBezTo>
                <a:lnTo>
                  <a:pt x="4042" y="64672"/>
                </a:lnTo>
                <a:cubicBezTo>
                  <a:pt x="1809" y="64672"/>
                  <a:pt x="0" y="62863"/>
                  <a:pt x="0" y="60630"/>
                </a:cubicBezTo>
                <a:lnTo>
                  <a:pt x="0" y="46483"/>
                </a:lnTo>
                <a:cubicBezTo>
                  <a:pt x="7813" y="46483"/>
                  <a:pt x="14147" y="40149"/>
                  <a:pt x="14147" y="32336"/>
                </a:cubicBezTo>
                <a:cubicBezTo>
                  <a:pt x="14147" y="24523"/>
                  <a:pt x="7813" y="18189"/>
                  <a:pt x="0" y="18189"/>
                </a:cubicBezTo>
                <a:lnTo>
                  <a:pt x="0" y="4042"/>
                </a:lnTo>
                <a:cubicBezTo>
                  <a:pt x="0" y="1809"/>
                  <a:pt x="1809" y="0"/>
                  <a:pt x="4042" y="0"/>
                </a:cubicBezTo>
                <a:lnTo>
                  <a:pt x="88924" y="0"/>
                </a:lnTo>
                <a:cubicBezTo>
                  <a:pt x="91157" y="0"/>
                  <a:pt x="92966" y="1809"/>
                  <a:pt x="92966" y="4042"/>
                </a:cubicBezTo>
                <a:lnTo>
                  <a:pt x="92966" y="18189"/>
                </a:lnTo>
                <a:cubicBezTo>
                  <a:pt x="85153" y="18189"/>
                  <a:pt x="78819" y="24523"/>
                  <a:pt x="78819" y="32336"/>
                </a:cubicBezTo>
                <a:close/>
                <a:moveTo>
                  <a:pt x="36378" y="16168"/>
                </a:moveTo>
                <a:cubicBezTo>
                  <a:pt x="32336" y="16168"/>
                  <a:pt x="32336" y="20210"/>
                  <a:pt x="32336" y="20210"/>
                </a:cubicBezTo>
                <a:lnTo>
                  <a:pt x="32336" y="44462"/>
                </a:lnTo>
                <a:cubicBezTo>
                  <a:pt x="32336" y="48504"/>
                  <a:pt x="36378" y="48504"/>
                  <a:pt x="36378" y="48504"/>
                </a:cubicBezTo>
                <a:lnTo>
                  <a:pt x="56588" y="48504"/>
                </a:lnTo>
                <a:cubicBezTo>
                  <a:pt x="60630" y="48504"/>
                  <a:pt x="60630" y="44462"/>
                  <a:pt x="60630" y="44462"/>
                </a:cubicBezTo>
                <a:lnTo>
                  <a:pt x="60630" y="20210"/>
                </a:lnTo>
                <a:cubicBezTo>
                  <a:pt x="60630" y="16168"/>
                  <a:pt x="56588" y="16168"/>
                  <a:pt x="56588" y="16168"/>
                </a:cubicBezTo>
                <a:lnTo>
                  <a:pt x="36378" y="16168"/>
                </a:lnTo>
                <a:moveTo>
                  <a:pt x="36378" y="48504"/>
                </a:moveTo>
                <a:lnTo>
                  <a:pt x="36378" y="52546"/>
                </a:lnTo>
                <a:moveTo>
                  <a:pt x="56588" y="48504"/>
                </a:moveTo>
                <a:lnTo>
                  <a:pt x="56588" y="52546"/>
                </a:lnTo>
                <a:moveTo>
                  <a:pt x="38399" y="39409"/>
                </a:moveTo>
                <a:cubicBezTo>
                  <a:pt x="38957" y="39409"/>
                  <a:pt x="39409" y="39862"/>
                  <a:pt x="39409" y="40420"/>
                </a:cubicBezTo>
                <a:moveTo>
                  <a:pt x="37388" y="40420"/>
                </a:moveTo>
                <a:cubicBezTo>
                  <a:pt x="37388" y="39862"/>
                  <a:pt x="37841" y="39409"/>
                  <a:pt x="38399" y="39409"/>
                </a:cubicBezTo>
                <a:moveTo>
                  <a:pt x="37388" y="40420"/>
                </a:moveTo>
                <a:cubicBezTo>
                  <a:pt x="37388" y="40978"/>
                  <a:pt x="37841" y="41430"/>
                  <a:pt x="38399" y="41430"/>
                </a:cubicBezTo>
                <a:moveTo>
                  <a:pt x="38399" y="41430"/>
                </a:moveTo>
                <a:cubicBezTo>
                  <a:pt x="38957" y="41430"/>
                  <a:pt x="39409" y="40978"/>
                  <a:pt x="39409" y="40420"/>
                </a:cubicBezTo>
                <a:moveTo>
                  <a:pt x="54567" y="39409"/>
                </a:moveTo>
                <a:cubicBezTo>
                  <a:pt x="55125" y="39409"/>
                  <a:pt x="55578" y="39862"/>
                  <a:pt x="55578" y="40420"/>
                </a:cubicBezTo>
                <a:moveTo>
                  <a:pt x="53557" y="40420"/>
                </a:moveTo>
                <a:cubicBezTo>
                  <a:pt x="53557" y="39862"/>
                  <a:pt x="54009" y="39409"/>
                  <a:pt x="54567" y="39409"/>
                </a:cubicBezTo>
                <a:moveTo>
                  <a:pt x="53557" y="40420"/>
                </a:moveTo>
                <a:cubicBezTo>
                  <a:pt x="53557" y="40978"/>
                  <a:pt x="54009" y="41430"/>
                  <a:pt x="54567" y="41430"/>
                </a:cubicBezTo>
                <a:moveTo>
                  <a:pt x="54567" y="41430"/>
                </a:moveTo>
                <a:cubicBezTo>
                  <a:pt x="55125" y="41430"/>
                  <a:pt x="55578" y="40978"/>
                  <a:pt x="55578" y="40420"/>
                </a:cubicBezTo>
                <a:moveTo>
                  <a:pt x="32336" y="32336"/>
                </a:moveTo>
                <a:lnTo>
                  <a:pt x="60630" y="32336"/>
                </a:lnTo>
                <a:moveTo>
                  <a:pt x="24252" y="20210"/>
                </a:moveTo>
                <a:lnTo>
                  <a:pt x="24252" y="28294"/>
                </a:lnTo>
                <a:moveTo>
                  <a:pt x="68714" y="20210"/>
                </a:moveTo>
                <a:lnTo>
                  <a:pt x="68714" y="2829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3037200" y="4121162"/>
            <a:ext cx="92966" cy="92970"/>
          </a:xfrm>
          <a:custGeom>
            <a:avLst/>
            <a:gdLst/>
            <a:ahLst/>
            <a:cxnLst/>
            <a:rect l="0" t="0" r="0" b="0"/>
            <a:pathLst>
              <a:path w="92966" h="92970">
                <a:moveTo>
                  <a:pt x="68714" y="33346"/>
                </a:moveTo>
                <a:lnTo>
                  <a:pt x="68714" y="33346"/>
                </a:lnTo>
                <a:moveTo>
                  <a:pt x="68714" y="33342"/>
                </a:moveTo>
                <a:cubicBezTo>
                  <a:pt x="69272" y="33342"/>
                  <a:pt x="69725" y="33795"/>
                  <a:pt x="69725" y="34353"/>
                </a:cubicBezTo>
                <a:cubicBezTo>
                  <a:pt x="69725" y="34911"/>
                  <a:pt x="69272" y="35363"/>
                  <a:pt x="68714" y="35363"/>
                </a:cubicBezTo>
                <a:cubicBezTo>
                  <a:pt x="68156" y="35363"/>
                  <a:pt x="67704" y="34911"/>
                  <a:pt x="67704" y="34353"/>
                </a:cubicBezTo>
                <a:cubicBezTo>
                  <a:pt x="67704" y="33795"/>
                  <a:pt x="68156" y="33342"/>
                  <a:pt x="68714" y="33342"/>
                </a:cubicBezTo>
                <a:moveTo>
                  <a:pt x="68714" y="13136"/>
                </a:moveTo>
                <a:lnTo>
                  <a:pt x="68714" y="25262"/>
                </a:lnTo>
                <a:moveTo>
                  <a:pt x="44462" y="24252"/>
                </a:moveTo>
                <a:cubicBezTo>
                  <a:pt x="44462" y="37646"/>
                  <a:pt x="55320" y="48504"/>
                  <a:pt x="68714" y="48504"/>
                </a:cubicBezTo>
                <a:cubicBezTo>
                  <a:pt x="82108" y="48504"/>
                  <a:pt x="92966" y="37646"/>
                  <a:pt x="92966" y="24252"/>
                </a:cubicBezTo>
                <a:cubicBezTo>
                  <a:pt x="92966" y="10858"/>
                  <a:pt x="82108" y="0"/>
                  <a:pt x="68714" y="0"/>
                </a:cubicBezTo>
                <a:cubicBezTo>
                  <a:pt x="55320" y="0"/>
                  <a:pt x="44462" y="10858"/>
                  <a:pt x="44462" y="24252"/>
                </a:cubicBezTo>
                <a:moveTo>
                  <a:pt x="36782" y="29191"/>
                </a:moveTo>
                <a:cubicBezTo>
                  <a:pt x="29483" y="27146"/>
                  <a:pt x="21647" y="28640"/>
                  <a:pt x="15613" y="33227"/>
                </a:cubicBezTo>
                <a:cubicBezTo>
                  <a:pt x="9579" y="37815"/>
                  <a:pt x="6044" y="44966"/>
                  <a:pt x="6063" y="52546"/>
                </a:cubicBezTo>
                <a:lnTo>
                  <a:pt x="6063" y="74777"/>
                </a:lnTo>
                <a:cubicBezTo>
                  <a:pt x="6063" y="78126"/>
                  <a:pt x="3348" y="80840"/>
                  <a:pt x="0" y="80840"/>
                </a:cubicBezTo>
                <a:lnTo>
                  <a:pt x="60630" y="80840"/>
                </a:lnTo>
                <a:cubicBezTo>
                  <a:pt x="57282" y="80840"/>
                  <a:pt x="54567" y="78126"/>
                  <a:pt x="54567" y="74777"/>
                </a:cubicBezTo>
                <a:lnTo>
                  <a:pt x="54567" y="53290"/>
                </a:lnTo>
                <a:moveTo>
                  <a:pt x="36034" y="88924"/>
                </a:moveTo>
                <a:cubicBezTo>
                  <a:pt x="35179" y="91349"/>
                  <a:pt x="32888" y="92970"/>
                  <a:pt x="30317" y="92970"/>
                </a:cubicBezTo>
                <a:cubicBezTo>
                  <a:pt x="27746" y="92970"/>
                  <a:pt x="25455" y="91349"/>
                  <a:pt x="24599" y="88924"/>
                </a:cubicBezTo>
                <a:moveTo>
                  <a:pt x="30315" y="20206"/>
                </a:moveTo>
                <a:lnTo>
                  <a:pt x="30315" y="28290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3764343" y="4121162"/>
            <a:ext cx="93815" cy="92958"/>
          </a:xfrm>
          <a:custGeom>
            <a:avLst/>
            <a:gdLst/>
            <a:ahLst/>
            <a:cxnLst/>
            <a:rect l="0" t="0" r="0" b="0"/>
            <a:pathLst>
              <a:path w="93815" h="92958">
                <a:moveTo>
                  <a:pt x="0" y="66685"/>
                </a:moveTo>
                <a:cubicBezTo>
                  <a:pt x="0" y="81195"/>
                  <a:pt x="11762" y="92958"/>
                  <a:pt x="26273" y="92958"/>
                </a:cubicBezTo>
                <a:cubicBezTo>
                  <a:pt x="40783" y="92958"/>
                  <a:pt x="52546" y="81195"/>
                  <a:pt x="52546" y="66685"/>
                </a:cubicBezTo>
                <a:cubicBezTo>
                  <a:pt x="52546" y="52175"/>
                  <a:pt x="40783" y="40412"/>
                  <a:pt x="26273" y="40412"/>
                </a:cubicBezTo>
                <a:cubicBezTo>
                  <a:pt x="11762" y="40412"/>
                  <a:pt x="0" y="52175"/>
                  <a:pt x="0" y="66685"/>
                </a:cubicBezTo>
                <a:moveTo>
                  <a:pt x="51843" y="60630"/>
                </a:moveTo>
                <a:cubicBezTo>
                  <a:pt x="43575" y="57987"/>
                  <a:pt x="34952" y="56624"/>
                  <a:pt x="26273" y="56588"/>
                </a:cubicBezTo>
                <a:cubicBezTo>
                  <a:pt x="17593" y="56624"/>
                  <a:pt x="8970" y="57987"/>
                  <a:pt x="703" y="60630"/>
                </a:cubicBezTo>
                <a:moveTo>
                  <a:pt x="19967" y="92203"/>
                </a:moveTo>
                <a:cubicBezTo>
                  <a:pt x="21988" y="74013"/>
                  <a:pt x="18500" y="72756"/>
                  <a:pt x="311" y="70735"/>
                </a:cubicBezTo>
                <a:moveTo>
                  <a:pt x="52239" y="70735"/>
                </a:moveTo>
                <a:cubicBezTo>
                  <a:pt x="34050" y="72756"/>
                  <a:pt x="30557" y="74013"/>
                  <a:pt x="32578" y="92203"/>
                </a:cubicBezTo>
                <a:moveTo>
                  <a:pt x="25262" y="66685"/>
                </a:moveTo>
                <a:cubicBezTo>
                  <a:pt x="25262" y="66127"/>
                  <a:pt x="25715" y="65675"/>
                  <a:pt x="26273" y="65675"/>
                </a:cubicBezTo>
                <a:cubicBezTo>
                  <a:pt x="26831" y="65675"/>
                  <a:pt x="27283" y="66127"/>
                  <a:pt x="27283" y="66685"/>
                </a:cubicBezTo>
                <a:cubicBezTo>
                  <a:pt x="27283" y="67243"/>
                  <a:pt x="26831" y="67696"/>
                  <a:pt x="26273" y="67696"/>
                </a:cubicBezTo>
                <a:cubicBezTo>
                  <a:pt x="25715" y="67696"/>
                  <a:pt x="25262" y="67243"/>
                  <a:pt x="25262" y="66685"/>
                </a:cubicBezTo>
                <a:moveTo>
                  <a:pt x="60901" y="44672"/>
                </a:moveTo>
                <a:cubicBezTo>
                  <a:pt x="59470" y="48476"/>
                  <a:pt x="59017" y="49353"/>
                  <a:pt x="57437" y="53302"/>
                </a:cubicBezTo>
                <a:lnTo>
                  <a:pt x="69563" y="53302"/>
                </a:lnTo>
                <a:lnTo>
                  <a:pt x="69563" y="59365"/>
                </a:lnTo>
                <a:cubicBezTo>
                  <a:pt x="69563" y="66062"/>
                  <a:pt x="74992" y="71491"/>
                  <a:pt x="81689" y="71491"/>
                </a:cubicBezTo>
                <a:lnTo>
                  <a:pt x="87752" y="71491"/>
                </a:lnTo>
                <a:lnTo>
                  <a:pt x="87752" y="74523"/>
                </a:lnTo>
                <a:moveTo>
                  <a:pt x="93815" y="0"/>
                </a:moveTo>
                <a:cubicBezTo>
                  <a:pt x="90588" y="834"/>
                  <a:pt x="87516" y="2182"/>
                  <a:pt x="84717" y="3993"/>
                </a:cubicBezTo>
                <a:moveTo>
                  <a:pt x="66366" y="12324"/>
                </a:moveTo>
                <a:cubicBezTo>
                  <a:pt x="65308" y="12323"/>
                  <a:pt x="64293" y="12736"/>
                  <a:pt x="63536" y="13476"/>
                </a:cubicBezTo>
                <a:cubicBezTo>
                  <a:pt x="58561" y="18326"/>
                  <a:pt x="57878" y="25545"/>
                  <a:pt x="58831" y="33047"/>
                </a:cubicBezTo>
                <a:cubicBezTo>
                  <a:pt x="59090" y="35065"/>
                  <a:pt x="60807" y="36576"/>
                  <a:pt x="62841" y="36576"/>
                </a:cubicBezTo>
                <a:lnTo>
                  <a:pt x="93811" y="36576"/>
                </a:lnTo>
                <a:lnTo>
                  <a:pt x="93811" y="12324"/>
                </a:lnTo>
                <a:close/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4257897" y="4089763"/>
            <a:ext cx="93413" cy="96086"/>
          </a:xfrm>
          <a:custGeom>
            <a:avLst/>
            <a:gdLst/>
            <a:ahLst/>
            <a:cxnLst/>
            <a:rect l="0" t="0" r="0" b="0"/>
            <a:pathLst>
              <a:path w="93413" h="96086">
                <a:moveTo>
                  <a:pt x="21907" y="61729"/>
                </a:moveTo>
                <a:cubicBezTo>
                  <a:pt x="13412" y="47994"/>
                  <a:pt x="14418" y="30411"/>
                  <a:pt x="24425" y="17735"/>
                </a:cubicBezTo>
                <a:cubicBezTo>
                  <a:pt x="34433" y="5059"/>
                  <a:pt x="51302" y="0"/>
                  <a:pt x="66634" y="5076"/>
                </a:cubicBezTo>
                <a:cubicBezTo>
                  <a:pt x="81965" y="10152"/>
                  <a:pt x="92482" y="24279"/>
                  <a:pt x="92948" y="40422"/>
                </a:cubicBezTo>
                <a:cubicBezTo>
                  <a:pt x="93413" y="56566"/>
                  <a:pt x="83728" y="71275"/>
                  <a:pt x="68714" y="77226"/>
                </a:cubicBezTo>
                <a:moveTo>
                  <a:pt x="54567" y="17267"/>
                </a:moveTo>
                <a:lnTo>
                  <a:pt x="68714" y="55666"/>
                </a:lnTo>
                <a:lnTo>
                  <a:pt x="54567" y="49603"/>
                </a:lnTo>
                <a:lnTo>
                  <a:pt x="40420" y="55666"/>
                </a:lnTo>
                <a:close/>
                <a:moveTo>
                  <a:pt x="0" y="75876"/>
                </a:moveTo>
                <a:lnTo>
                  <a:pt x="36378" y="75876"/>
                </a:lnTo>
                <a:cubicBezTo>
                  <a:pt x="44462" y="75876"/>
                  <a:pt x="44462" y="65771"/>
                  <a:pt x="36378" y="65771"/>
                </a:cubicBezTo>
                <a:moveTo>
                  <a:pt x="0" y="83960"/>
                </a:moveTo>
                <a:lnTo>
                  <a:pt x="52546" y="83960"/>
                </a:lnTo>
                <a:cubicBezTo>
                  <a:pt x="62651" y="83960"/>
                  <a:pt x="62651" y="96086"/>
                  <a:pt x="52546" y="96086"/>
                </a:cubicBez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4633807" y="4092879"/>
            <a:ext cx="92966" cy="92966"/>
          </a:xfrm>
          <a:custGeom>
            <a:avLst/>
            <a:gdLst/>
            <a:ahLst/>
            <a:cxnLst/>
            <a:rect l="0" t="0" r="0" b="0"/>
            <a:pathLst>
              <a:path w="92966" h="92966">
                <a:moveTo>
                  <a:pt x="32336" y="28294"/>
                </a:moveTo>
                <a:lnTo>
                  <a:pt x="60630" y="28294"/>
                </a:lnTo>
                <a:cubicBezTo>
                  <a:pt x="60630" y="28294"/>
                  <a:pt x="64672" y="28294"/>
                  <a:pt x="64672" y="32336"/>
                </a:cubicBezTo>
                <a:lnTo>
                  <a:pt x="64672" y="60630"/>
                </a:lnTo>
                <a:cubicBezTo>
                  <a:pt x="64672" y="60630"/>
                  <a:pt x="64672" y="64672"/>
                  <a:pt x="60630" y="64672"/>
                </a:cubicBezTo>
                <a:lnTo>
                  <a:pt x="32336" y="64672"/>
                </a:lnTo>
                <a:cubicBezTo>
                  <a:pt x="32336" y="64672"/>
                  <a:pt x="28294" y="64672"/>
                  <a:pt x="28294" y="60630"/>
                </a:cubicBezTo>
                <a:lnTo>
                  <a:pt x="28294" y="32336"/>
                </a:lnTo>
                <a:cubicBezTo>
                  <a:pt x="28294" y="32336"/>
                  <a:pt x="28294" y="28294"/>
                  <a:pt x="32336" y="28294"/>
                </a:cubicBezTo>
                <a:moveTo>
                  <a:pt x="0" y="46483"/>
                </a:moveTo>
                <a:cubicBezTo>
                  <a:pt x="0" y="72155"/>
                  <a:pt x="20811" y="92966"/>
                  <a:pt x="46483" y="92966"/>
                </a:cubicBezTo>
                <a:cubicBezTo>
                  <a:pt x="72155" y="92966"/>
                  <a:pt x="92966" y="72155"/>
                  <a:pt x="92966" y="46483"/>
                </a:cubicBezTo>
                <a:cubicBezTo>
                  <a:pt x="92966" y="20811"/>
                  <a:pt x="72155" y="0"/>
                  <a:pt x="46483" y="0"/>
                </a:cubicBezTo>
                <a:cubicBezTo>
                  <a:pt x="20811" y="0"/>
                  <a:pt x="0" y="20811"/>
                  <a:pt x="0" y="46483"/>
                </a:cubicBez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5099668" y="4121946"/>
            <a:ext cx="91197" cy="91398"/>
          </a:xfrm>
          <a:custGeom>
            <a:avLst/>
            <a:gdLst/>
            <a:ahLst/>
            <a:cxnLst/>
            <a:rect l="0" t="0" r="0" b="0"/>
            <a:pathLst>
              <a:path w="91197" h="91398">
                <a:moveTo>
                  <a:pt x="87368" y="52502"/>
                </a:moveTo>
                <a:cubicBezTo>
                  <a:pt x="89310" y="52502"/>
                  <a:pt x="90885" y="50927"/>
                  <a:pt x="90885" y="48985"/>
                </a:cubicBezTo>
                <a:lnTo>
                  <a:pt x="90885" y="41956"/>
                </a:lnTo>
                <a:cubicBezTo>
                  <a:pt x="90886" y="41023"/>
                  <a:pt x="90516" y="40128"/>
                  <a:pt x="89856" y="39468"/>
                </a:cubicBezTo>
                <a:cubicBezTo>
                  <a:pt x="89196" y="38808"/>
                  <a:pt x="88301" y="38438"/>
                  <a:pt x="87368" y="38439"/>
                </a:cubicBezTo>
                <a:lnTo>
                  <a:pt x="84308" y="38439"/>
                </a:lnTo>
                <a:cubicBezTo>
                  <a:pt x="83321" y="32873"/>
                  <a:pt x="81146" y="27584"/>
                  <a:pt x="77930" y="22934"/>
                </a:cubicBezTo>
                <a:lnTo>
                  <a:pt x="80080" y="20784"/>
                </a:lnTo>
                <a:cubicBezTo>
                  <a:pt x="81450" y="19411"/>
                  <a:pt x="81450" y="17189"/>
                  <a:pt x="80080" y="15816"/>
                </a:cubicBezTo>
                <a:lnTo>
                  <a:pt x="75109" y="10844"/>
                </a:lnTo>
                <a:cubicBezTo>
                  <a:pt x="74450" y="10184"/>
                  <a:pt x="73556" y="9813"/>
                  <a:pt x="72623" y="9813"/>
                </a:cubicBezTo>
                <a:cubicBezTo>
                  <a:pt x="71690" y="9813"/>
                  <a:pt x="70796" y="10184"/>
                  <a:pt x="70137" y="10844"/>
                </a:cubicBezTo>
                <a:lnTo>
                  <a:pt x="67999" y="12983"/>
                </a:lnTo>
                <a:cubicBezTo>
                  <a:pt x="63356" y="9744"/>
                  <a:pt x="58068" y="7546"/>
                  <a:pt x="52498" y="6540"/>
                </a:cubicBezTo>
                <a:lnTo>
                  <a:pt x="52498" y="3516"/>
                </a:lnTo>
                <a:cubicBezTo>
                  <a:pt x="52498" y="1574"/>
                  <a:pt x="50923" y="0"/>
                  <a:pt x="48981" y="0"/>
                </a:cubicBezTo>
                <a:lnTo>
                  <a:pt x="41952" y="0"/>
                </a:lnTo>
                <a:cubicBezTo>
                  <a:pt x="40011" y="2"/>
                  <a:pt x="38438" y="1575"/>
                  <a:pt x="38435" y="3516"/>
                </a:cubicBezTo>
                <a:lnTo>
                  <a:pt x="38435" y="6527"/>
                </a:lnTo>
                <a:cubicBezTo>
                  <a:pt x="32858" y="7515"/>
                  <a:pt x="27560" y="9697"/>
                  <a:pt x="22906" y="12926"/>
                </a:cubicBezTo>
                <a:lnTo>
                  <a:pt x="20800" y="10808"/>
                </a:lnTo>
                <a:cubicBezTo>
                  <a:pt x="20141" y="10148"/>
                  <a:pt x="19247" y="9777"/>
                  <a:pt x="18314" y="9777"/>
                </a:cubicBezTo>
                <a:cubicBezTo>
                  <a:pt x="17381" y="9777"/>
                  <a:pt x="16487" y="10148"/>
                  <a:pt x="15828" y="10808"/>
                </a:cubicBezTo>
                <a:lnTo>
                  <a:pt x="10840" y="15788"/>
                </a:lnTo>
                <a:cubicBezTo>
                  <a:pt x="9471" y="17160"/>
                  <a:pt x="9471" y="19383"/>
                  <a:pt x="10840" y="20755"/>
                </a:cubicBezTo>
                <a:lnTo>
                  <a:pt x="12954" y="22873"/>
                </a:lnTo>
                <a:cubicBezTo>
                  <a:pt x="9719" y="27524"/>
                  <a:pt x="7528" y="32818"/>
                  <a:pt x="6531" y="38395"/>
                </a:cubicBezTo>
                <a:lnTo>
                  <a:pt x="3512" y="38395"/>
                </a:lnTo>
                <a:cubicBezTo>
                  <a:pt x="1571" y="38397"/>
                  <a:pt x="0" y="39971"/>
                  <a:pt x="0" y="41911"/>
                </a:cubicBezTo>
                <a:lnTo>
                  <a:pt x="0" y="48932"/>
                </a:lnTo>
                <a:cubicBezTo>
                  <a:pt x="0" y="50873"/>
                  <a:pt x="1571" y="52447"/>
                  <a:pt x="3512" y="52449"/>
                </a:cubicBezTo>
                <a:lnTo>
                  <a:pt x="6531" y="52449"/>
                </a:lnTo>
                <a:cubicBezTo>
                  <a:pt x="7528" y="58020"/>
                  <a:pt x="9716" y="63311"/>
                  <a:pt x="12946" y="67958"/>
                </a:cubicBezTo>
                <a:lnTo>
                  <a:pt x="10804" y="70101"/>
                </a:lnTo>
                <a:cubicBezTo>
                  <a:pt x="9434" y="71475"/>
                  <a:pt x="9434" y="73698"/>
                  <a:pt x="10804" y="75072"/>
                </a:cubicBezTo>
                <a:lnTo>
                  <a:pt x="15776" y="80044"/>
                </a:lnTo>
                <a:cubicBezTo>
                  <a:pt x="16434" y="80704"/>
                  <a:pt x="17329" y="81075"/>
                  <a:pt x="18261" y="81075"/>
                </a:cubicBezTo>
                <a:cubicBezTo>
                  <a:pt x="19194" y="81075"/>
                  <a:pt x="20088" y="80704"/>
                  <a:pt x="20747" y="80044"/>
                </a:cubicBezTo>
                <a:lnTo>
                  <a:pt x="22894" y="77898"/>
                </a:lnTo>
                <a:cubicBezTo>
                  <a:pt x="24349" y="78911"/>
                  <a:pt x="25873" y="79824"/>
                  <a:pt x="27453" y="80630"/>
                </a:cubicBezTo>
                <a:moveTo>
                  <a:pt x="31911" y="70760"/>
                </a:moveTo>
                <a:cubicBezTo>
                  <a:pt x="21483" y="65088"/>
                  <a:pt x="15704" y="53510"/>
                  <a:pt x="17440" y="41766"/>
                </a:cubicBezTo>
                <a:cubicBezTo>
                  <a:pt x="19175" y="30023"/>
                  <a:pt x="28057" y="20612"/>
                  <a:pt x="39680" y="18200"/>
                </a:cubicBezTo>
                <a:cubicBezTo>
                  <a:pt x="51303" y="15787"/>
                  <a:pt x="63196" y="20887"/>
                  <a:pt x="69462" y="30970"/>
                </a:cubicBezTo>
                <a:moveTo>
                  <a:pt x="45440" y="17631"/>
                </a:moveTo>
                <a:lnTo>
                  <a:pt x="45440" y="37841"/>
                </a:lnTo>
                <a:moveTo>
                  <a:pt x="20937" y="60072"/>
                </a:moveTo>
                <a:lnTo>
                  <a:pt x="38439" y="49967"/>
                </a:lnTo>
                <a:moveTo>
                  <a:pt x="90169" y="82425"/>
                </a:moveTo>
                <a:lnTo>
                  <a:pt x="69987" y="45553"/>
                </a:lnTo>
                <a:cubicBezTo>
                  <a:pt x="68965" y="43617"/>
                  <a:pt x="66955" y="42405"/>
                  <a:pt x="64765" y="42405"/>
                </a:cubicBezTo>
                <a:cubicBezTo>
                  <a:pt x="62575" y="42405"/>
                  <a:pt x="60565" y="43617"/>
                  <a:pt x="59543" y="45553"/>
                </a:cubicBezTo>
                <a:lnTo>
                  <a:pt x="39365" y="82425"/>
                </a:lnTo>
                <a:cubicBezTo>
                  <a:pt x="38337" y="84303"/>
                  <a:pt x="38376" y="86583"/>
                  <a:pt x="39467" y="88425"/>
                </a:cubicBezTo>
                <a:cubicBezTo>
                  <a:pt x="40558" y="90267"/>
                  <a:pt x="42540" y="91397"/>
                  <a:pt x="44680" y="91398"/>
                </a:cubicBezTo>
                <a:lnTo>
                  <a:pt x="84850" y="91398"/>
                </a:lnTo>
                <a:cubicBezTo>
                  <a:pt x="86991" y="91398"/>
                  <a:pt x="88974" y="90269"/>
                  <a:pt x="90066" y="88427"/>
                </a:cubicBezTo>
                <a:cubicBezTo>
                  <a:pt x="91158" y="86585"/>
                  <a:pt x="91197" y="84303"/>
                  <a:pt x="90169" y="82425"/>
                </a:cubicBezTo>
                <a:close/>
                <a:moveTo>
                  <a:pt x="64765" y="67146"/>
                </a:moveTo>
                <a:lnTo>
                  <a:pt x="64765" y="57041"/>
                </a:lnTo>
                <a:moveTo>
                  <a:pt x="62744" y="79272"/>
                </a:moveTo>
                <a:cubicBezTo>
                  <a:pt x="62744" y="78156"/>
                  <a:pt x="63649" y="77251"/>
                  <a:pt x="64765" y="77251"/>
                </a:cubicBezTo>
                <a:cubicBezTo>
                  <a:pt x="65881" y="77251"/>
                  <a:pt x="66786" y="78156"/>
                  <a:pt x="66786" y="79272"/>
                </a:cubicBezTo>
                <a:cubicBezTo>
                  <a:pt x="66786" y="80388"/>
                  <a:pt x="65881" y="81293"/>
                  <a:pt x="64765" y="81293"/>
                </a:cubicBezTo>
                <a:cubicBezTo>
                  <a:pt x="63649" y="81293"/>
                  <a:pt x="62744" y="80388"/>
                  <a:pt x="62744" y="79272"/>
                </a:cubicBezTo>
                <a:moveTo>
                  <a:pt x="41616" y="53027"/>
                </a:moveTo>
                <a:cubicBezTo>
                  <a:pt x="38940" y="51716"/>
                  <a:pt x="37201" y="49039"/>
                  <a:pt x="37093" y="46060"/>
                </a:cubicBezTo>
                <a:cubicBezTo>
                  <a:pt x="36985" y="43081"/>
                  <a:pt x="38525" y="40285"/>
                  <a:pt x="41099" y="38783"/>
                </a:cubicBezTo>
                <a:cubicBezTo>
                  <a:pt x="43674" y="37282"/>
                  <a:pt x="46866" y="37319"/>
                  <a:pt x="49405" y="38880"/>
                </a:cubicBez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5763558" y="4090862"/>
            <a:ext cx="93977" cy="93852"/>
          </a:xfrm>
          <a:custGeom>
            <a:avLst/>
            <a:gdLst/>
            <a:ahLst/>
            <a:cxnLst/>
            <a:rect l="0" t="0" r="0" b="0"/>
            <a:pathLst>
              <a:path w="93977" h="93852">
                <a:moveTo>
                  <a:pt x="57599" y="69624"/>
                </a:moveTo>
                <a:lnTo>
                  <a:pt x="93977" y="69624"/>
                </a:lnTo>
                <a:moveTo>
                  <a:pt x="83619" y="87813"/>
                </a:moveTo>
                <a:lnTo>
                  <a:pt x="87914" y="87813"/>
                </a:lnTo>
                <a:cubicBezTo>
                  <a:pt x="91148" y="87813"/>
                  <a:pt x="93977" y="84983"/>
                  <a:pt x="93977" y="81750"/>
                </a:cubicBezTo>
                <a:lnTo>
                  <a:pt x="93977" y="68411"/>
                </a:lnTo>
                <a:cubicBezTo>
                  <a:pt x="93977" y="67198"/>
                  <a:pt x="93573" y="65986"/>
                  <a:pt x="92764" y="64773"/>
                </a:cubicBezTo>
                <a:lnTo>
                  <a:pt x="80638" y="47797"/>
                </a:lnTo>
                <a:cubicBezTo>
                  <a:pt x="79426" y="46180"/>
                  <a:pt x="77809" y="45371"/>
                  <a:pt x="75788" y="45371"/>
                </a:cubicBezTo>
                <a:lnTo>
                  <a:pt x="63662" y="45371"/>
                </a:lnTo>
                <a:cubicBezTo>
                  <a:pt x="60428" y="45371"/>
                  <a:pt x="57599" y="48201"/>
                  <a:pt x="57599" y="51435"/>
                </a:cubicBezTo>
                <a:lnTo>
                  <a:pt x="57599" y="87813"/>
                </a:lnTo>
                <a:lnTo>
                  <a:pt x="67956" y="87813"/>
                </a:lnTo>
                <a:moveTo>
                  <a:pt x="45877" y="69624"/>
                </a:moveTo>
                <a:lnTo>
                  <a:pt x="45877" y="50222"/>
                </a:lnTo>
                <a:moveTo>
                  <a:pt x="45877" y="87813"/>
                </a:moveTo>
                <a:lnTo>
                  <a:pt x="58230" y="87813"/>
                </a:lnTo>
                <a:moveTo>
                  <a:pt x="34736" y="87813"/>
                </a:moveTo>
                <a:lnTo>
                  <a:pt x="45877" y="87813"/>
                </a:lnTo>
                <a:lnTo>
                  <a:pt x="45877" y="67603"/>
                </a:lnTo>
                <a:lnTo>
                  <a:pt x="3031" y="67603"/>
                </a:lnTo>
                <a:lnTo>
                  <a:pt x="3031" y="81750"/>
                </a:lnTo>
                <a:cubicBezTo>
                  <a:pt x="3031" y="84983"/>
                  <a:pt x="5860" y="87813"/>
                  <a:pt x="9094" y="87813"/>
                </a:cubicBezTo>
                <a:lnTo>
                  <a:pt x="18694" y="87813"/>
                </a:lnTo>
                <a:moveTo>
                  <a:pt x="0" y="0"/>
                </a:moveTo>
                <a:moveTo>
                  <a:pt x="27687" y="6164"/>
                </a:moveTo>
                <a:lnTo>
                  <a:pt x="29304" y="11014"/>
                </a:lnTo>
                <a:cubicBezTo>
                  <a:pt x="29708" y="12631"/>
                  <a:pt x="31729" y="13843"/>
                  <a:pt x="33346" y="13439"/>
                </a:cubicBezTo>
                <a:lnTo>
                  <a:pt x="38197" y="12227"/>
                </a:lnTo>
                <a:cubicBezTo>
                  <a:pt x="42643" y="11418"/>
                  <a:pt x="45472" y="16269"/>
                  <a:pt x="42643" y="19502"/>
                </a:cubicBezTo>
                <a:lnTo>
                  <a:pt x="39005" y="23140"/>
                </a:lnTo>
                <a:cubicBezTo>
                  <a:pt x="37793" y="24353"/>
                  <a:pt x="37793" y="26374"/>
                  <a:pt x="39005" y="27586"/>
                </a:cubicBezTo>
                <a:lnTo>
                  <a:pt x="42643" y="31224"/>
                </a:lnTo>
                <a:cubicBezTo>
                  <a:pt x="45472" y="34458"/>
                  <a:pt x="42643" y="39713"/>
                  <a:pt x="38197" y="38500"/>
                </a:cubicBezTo>
                <a:lnTo>
                  <a:pt x="33346" y="37287"/>
                </a:lnTo>
                <a:cubicBezTo>
                  <a:pt x="31729" y="36883"/>
                  <a:pt x="29708" y="37692"/>
                  <a:pt x="29304" y="39713"/>
                </a:cubicBezTo>
                <a:lnTo>
                  <a:pt x="27687" y="44563"/>
                </a:lnTo>
                <a:cubicBezTo>
                  <a:pt x="26475" y="49009"/>
                  <a:pt x="20412" y="49009"/>
                  <a:pt x="19199" y="44563"/>
                </a:cubicBezTo>
                <a:lnTo>
                  <a:pt x="17582" y="39713"/>
                </a:lnTo>
                <a:cubicBezTo>
                  <a:pt x="17178" y="38096"/>
                  <a:pt x="15157" y="36883"/>
                  <a:pt x="13540" y="37287"/>
                </a:cubicBezTo>
                <a:lnTo>
                  <a:pt x="8690" y="38500"/>
                </a:lnTo>
                <a:cubicBezTo>
                  <a:pt x="4244" y="39308"/>
                  <a:pt x="1414" y="34458"/>
                  <a:pt x="4244" y="31224"/>
                </a:cubicBezTo>
                <a:lnTo>
                  <a:pt x="7881" y="27586"/>
                </a:lnTo>
                <a:cubicBezTo>
                  <a:pt x="9094" y="26374"/>
                  <a:pt x="9094" y="24353"/>
                  <a:pt x="7881" y="23140"/>
                </a:cubicBezTo>
                <a:lnTo>
                  <a:pt x="4244" y="19502"/>
                </a:lnTo>
                <a:cubicBezTo>
                  <a:pt x="1414" y="16269"/>
                  <a:pt x="4244" y="11014"/>
                  <a:pt x="8690" y="12227"/>
                </a:cubicBezTo>
                <a:lnTo>
                  <a:pt x="13540" y="13439"/>
                </a:lnTo>
                <a:cubicBezTo>
                  <a:pt x="15157" y="13843"/>
                  <a:pt x="17178" y="13035"/>
                  <a:pt x="17582" y="11014"/>
                </a:cubicBezTo>
                <a:lnTo>
                  <a:pt x="19199" y="6164"/>
                </a:lnTo>
                <a:cubicBezTo>
                  <a:pt x="20412" y="2122"/>
                  <a:pt x="26475" y="2122"/>
                  <a:pt x="27687" y="6164"/>
                </a:cubicBezTo>
                <a:close/>
                <a:moveTo>
                  <a:pt x="18443" y="85768"/>
                </a:moveTo>
                <a:cubicBezTo>
                  <a:pt x="18443" y="90232"/>
                  <a:pt x="22063" y="93852"/>
                  <a:pt x="26527" y="93852"/>
                </a:cubicBezTo>
                <a:cubicBezTo>
                  <a:pt x="30992" y="93852"/>
                  <a:pt x="34612" y="90232"/>
                  <a:pt x="34612" y="85768"/>
                </a:cubicBezTo>
                <a:cubicBezTo>
                  <a:pt x="34612" y="81303"/>
                  <a:pt x="30992" y="77684"/>
                  <a:pt x="26527" y="77684"/>
                </a:cubicBezTo>
                <a:cubicBezTo>
                  <a:pt x="22063" y="77684"/>
                  <a:pt x="18443" y="81303"/>
                  <a:pt x="18443" y="85768"/>
                </a:cubicBezTo>
                <a:moveTo>
                  <a:pt x="67704" y="85768"/>
                </a:moveTo>
                <a:cubicBezTo>
                  <a:pt x="67704" y="90232"/>
                  <a:pt x="71323" y="93852"/>
                  <a:pt x="75788" y="93852"/>
                </a:cubicBezTo>
                <a:cubicBezTo>
                  <a:pt x="80253" y="93852"/>
                  <a:pt x="83872" y="90232"/>
                  <a:pt x="83872" y="85768"/>
                </a:cubicBezTo>
                <a:cubicBezTo>
                  <a:pt x="83872" y="81303"/>
                  <a:pt x="80253" y="77684"/>
                  <a:pt x="75788" y="77684"/>
                </a:cubicBezTo>
                <a:cubicBezTo>
                  <a:pt x="71323" y="77684"/>
                  <a:pt x="67704" y="81303"/>
                  <a:pt x="67704" y="85768"/>
                </a:cubicBezTo>
                <a:moveTo>
                  <a:pt x="17380" y="25517"/>
                </a:moveTo>
                <a:cubicBezTo>
                  <a:pt x="17380" y="28865"/>
                  <a:pt x="20095" y="31580"/>
                  <a:pt x="23443" y="31580"/>
                </a:cubicBezTo>
                <a:cubicBezTo>
                  <a:pt x="26792" y="31580"/>
                  <a:pt x="29506" y="28865"/>
                  <a:pt x="29506" y="25517"/>
                </a:cubicBezTo>
                <a:cubicBezTo>
                  <a:pt x="29506" y="22168"/>
                  <a:pt x="26792" y="19454"/>
                  <a:pt x="23443" y="19454"/>
                </a:cubicBezTo>
                <a:cubicBezTo>
                  <a:pt x="20095" y="19454"/>
                  <a:pt x="17380" y="22168"/>
                  <a:pt x="17380" y="25517"/>
                </a:cubicBez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6287002" y="4121162"/>
            <a:ext cx="92967" cy="92966"/>
          </a:xfrm>
          <a:custGeom>
            <a:avLst/>
            <a:gdLst/>
            <a:ahLst/>
            <a:cxnLst/>
            <a:rect l="0" t="0" r="0" b="0"/>
            <a:pathLst>
              <a:path w="92967" h="92966">
                <a:moveTo>
                  <a:pt x="0" y="90945"/>
                </a:moveTo>
                <a:lnTo>
                  <a:pt x="28294" y="26273"/>
                </a:lnTo>
                <a:moveTo>
                  <a:pt x="88924" y="90945"/>
                </a:moveTo>
                <a:lnTo>
                  <a:pt x="77526" y="64874"/>
                </a:lnTo>
                <a:moveTo>
                  <a:pt x="44462" y="86903"/>
                </a:moveTo>
                <a:lnTo>
                  <a:pt x="44462" y="92966"/>
                </a:lnTo>
                <a:moveTo>
                  <a:pt x="44462" y="66693"/>
                </a:moveTo>
                <a:lnTo>
                  <a:pt x="44462" y="74777"/>
                </a:lnTo>
                <a:moveTo>
                  <a:pt x="44462" y="46483"/>
                </a:moveTo>
                <a:lnTo>
                  <a:pt x="44462" y="54567"/>
                </a:lnTo>
                <a:moveTo>
                  <a:pt x="62611" y="21261"/>
                </a:moveTo>
                <a:cubicBezTo>
                  <a:pt x="62611" y="26306"/>
                  <a:pt x="66701" y="30396"/>
                  <a:pt x="71746" y="30396"/>
                </a:cubicBezTo>
                <a:cubicBezTo>
                  <a:pt x="76791" y="30396"/>
                  <a:pt x="80881" y="26306"/>
                  <a:pt x="80881" y="21261"/>
                </a:cubicBezTo>
                <a:cubicBezTo>
                  <a:pt x="80881" y="16216"/>
                  <a:pt x="76791" y="12126"/>
                  <a:pt x="71746" y="12126"/>
                </a:cubicBezTo>
                <a:cubicBezTo>
                  <a:pt x="66701" y="12126"/>
                  <a:pt x="62611" y="16216"/>
                  <a:pt x="62611" y="21261"/>
                </a:cubicBezTo>
                <a:moveTo>
                  <a:pt x="71746" y="0"/>
                </a:moveTo>
                <a:cubicBezTo>
                  <a:pt x="83472" y="22"/>
                  <a:pt x="92967" y="9534"/>
                  <a:pt x="92966" y="21261"/>
                </a:cubicBezTo>
                <a:cubicBezTo>
                  <a:pt x="92966" y="32983"/>
                  <a:pt x="78496" y="49555"/>
                  <a:pt x="73443" y="54931"/>
                </a:cubicBezTo>
                <a:cubicBezTo>
                  <a:pt x="73014" y="55418"/>
                  <a:pt x="72395" y="55697"/>
                  <a:pt x="71746" y="55697"/>
                </a:cubicBezTo>
                <a:cubicBezTo>
                  <a:pt x="71096" y="55697"/>
                  <a:pt x="70478" y="55418"/>
                  <a:pt x="70048" y="54931"/>
                </a:cubicBezTo>
                <a:cubicBezTo>
                  <a:pt x="64996" y="49515"/>
                  <a:pt x="50525" y="32983"/>
                  <a:pt x="50525" y="21261"/>
                </a:cubicBezTo>
                <a:cubicBezTo>
                  <a:pt x="50525" y="9534"/>
                  <a:pt x="60019" y="22"/>
                  <a:pt x="71746" y="0"/>
                </a:cubicBezTo>
                <a:close/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6869057" y="4133288"/>
            <a:ext cx="92966" cy="68714"/>
          </a:xfrm>
          <a:custGeom>
            <a:avLst/>
            <a:gdLst/>
            <a:ahLst/>
            <a:cxnLst/>
            <a:rect l="0" t="0" r="0" b="0"/>
            <a:pathLst>
              <a:path w="92966" h="68714">
                <a:moveTo>
                  <a:pt x="16168" y="0"/>
                </a:moveTo>
                <a:lnTo>
                  <a:pt x="52546" y="0"/>
                </a:lnTo>
                <a:cubicBezTo>
                  <a:pt x="52546" y="0"/>
                  <a:pt x="60630" y="0"/>
                  <a:pt x="60630" y="8084"/>
                </a:cubicBezTo>
                <a:lnTo>
                  <a:pt x="60630" y="52546"/>
                </a:lnTo>
                <a:cubicBezTo>
                  <a:pt x="60630" y="52546"/>
                  <a:pt x="60630" y="60630"/>
                  <a:pt x="52546" y="60630"/>
                </a:cubicBezTo>
                <a:lnTo>
                  <a:pt x="16168" y="60630"/>
                </a:lnTo>
                <a:cubicBezTo>
                  <a:pt x="16168" y="60630"/>
                  <a:pt x="8084" y="60630"/>
                  <a:pt x="8084" y="52546"/>
                </a:cubicBezTo>
                <a:lnTo>
                  <a:pt x="8084" y="8084"/>
                </a:lnTo>
                <a:cubicBezTo>
                  <a:pt x="8084" y="8084"/>
                  <a:pt x="8084" y="0"/>
                  <a:pt x="16168" y="0"/>
                </a:cubicBezTo>
                <a:moveTo>
                  <a:pt x="16168" y="60630"/>
                </a:moveTo>
                <a:lnTo>
                  <a:pt x="16168" y="64672"/>
                </a:lnTo>
                <a:cubicBezTo>
                  <a:pt x="16168" y="66905"/>
                  <a:pt x="17977" y="68714"/>
                  <a:pt x="20210" y="68714"/>
                </a:cubicBezTo>
                <a:cubicBezTo>
                  <a:pt x="22442" y="68714"/>
                  <a:pt x="24252" y="66905"/>
                  <a:pt x="24252" y="64672"/>
                </a:cubicBezTo>
                <a:lnTo>
                  <a:pt x="24252" y="60630"/>
                </a:lnTo>
                <a:moveTo>
                  <a:pt x="44462" y="60630"/>
                </a:moveTo>
                <a:lnTo>
                  <a:pt x="44462" y="64672"/>
                </a:lnTo>
                <a:cubicBezTo>
                  <a:pt x="44462" y="66905"/>
                  <a:pt x="46272" y="68714"/>
                  <a:pt x="48504" y="68714"/>
                </a:cubicBezTo>
                <a:cubicBezTo>
                  <a:pt x="50736" y="68714"/>
                  <a:pt x="52546" y="66905"/>
                  <a:pt x="52546" y="64672"/>
                </a:cubicBezTo>
                <a:lnTo>
                  <a:pt x="52546" y="60630"/>
                </a:lnTo>
                <a:moveTo>
                  <a:pt x="8084" y="32336"/>
                </a:moveTo>
                <a:lnTo>
                  <a:pt x="4042" y="32336"/>
                </a:lnTo>
                <a:cubicBezTo>
                  <a:pt x="1809" y="32336"/>
                  <a:pt x="0" y="30526"/>
                  <a:pt x="0" y="28294"/>
                </a:cubicBezTo>
                <a:lnTo>
                  <a:pt x="0" y="20210"/>
                </a:lnTo>
                <a:cubicBezTo>
                  <a:pt x="0" y="17977"/>
                  <a:pt x="1809" y="16168"/>
                  <a:pt x="4042" y="16168"/>
                </a:cubicBezTo>
                <a:lnTo>
                  <a:pt x="8084" y="16168"/>
                </a:lnTo>
                <a:moveTo>
                  <a:pt x="60630" y="32336"/>
                </a:moveTo>
                <a:lnTo>
                  <a:pt x="64672" y="32336"/>
                </a:lnTo>
                <a:cubicBezTo>
                  <a:pt x="66905" y="32336"/>
                  <a:pt x="68714" y="30526"/>
                  <a:pt x="68714" y="28294"/>
                </a:cubicBezTo>
                <a:lnTo>
                  <a:pt x="68714" y="20210"/>
                </a:lnTo>
                <a:cubicBezTo>
                  <a:pt x="68714" y="17977"/>
                  <a:pt x="66905" y="16168"/>
                  <a:pt x="64672" y="16168"/>
                </a:cubicBezTo>
                <a:lnTo>
                  <a:pt x="60630" y="16168"/>
                </a:lnTo>
                <a:moveTo>
                  <a:pt x="8084" y="40420"/>
                </a:moveTo>
                <a:lnTo>
                  <a:pt x="60630" y="40420"/>
                </a:lnTo>
                <a:moveTo>
                  <a:pt x="16168" y="48504"/>
                </a:moveTo>
                <a:lnTo>
                  <a:pt x="20210" y="48504"/>
                </a:lnTo>
                <a:moveTo>
                  <a:pt x="48504" y="48504"/>
                </a:moveTo>
                <a:lnTo>
                  <a:pt x="52546" y="48504"/>
                </a:lnTo>
                <a:moveTo>
                  <a:pt x="20210" y="9094"/>
                </a:moveTo>
                <a:cubicBezTo>
                  <a:pt x="20768" y="9094"/>
                  <a:pt x="21220" y="9547"/>
                  <a:pt x="21220" y="10105"/>
                </a:cubicBezTo>
                <a:moveTo>
                  <a:pt x="19199" y="10105"/>
                </a:moveTo>
                <a:cubicBezTo>
                  <a:pt x="19199" y="9547"/>
                  <a:pt x="19652" y="9094"/>
                  <a:pt x="20210" y="9094"/>
                </a:cubicBezTo>
                <a:moveTo>
                  <a:pt x="19199" y="10105"/>
                </a:moveTo>
                <a:cubicBezTo>
                  <a:pt x="19199" y="10663"/>
                  <a:pt x="19652" y="11115"/>
                  <a:pt x="20210" y="11115"/>
                </a:cubicBezTo>
                <a:moveTo>
                  <a:pt x="20210" y="11115"/>
                </a:moveTo>
                <a:cubicBezTo>
                  <a:pt x="20768" y="11115"/>
                  <a:pt x="21220" y="10663"/>
                  <a:pt x="21220" y="10105"/>
                </a:cubicBezTo>
                <a:moveTo>
                  <a:pt x="30315" y="10105"/>
                </a:moveTo>
                <a:lnTo>
                  <a:pt x="34357" y="10105"/>
                </a:lnTo>
                <a:moveTo>
                  <a:pt x="76798" y="32336"/>
                </a:moveTo>
                <a:cubicBezTo>
                  <a:pt x="76798" y="36801"/>
                  <a:pt x="80418" y="40420"/>
                  <a:pt x="84882" y="40420"/>
                </a:cubicBezTo>
                <a:cubicBezTo>
                  <a:pt x="89347" y="40420"/>
                  <a:pt x="92966" y="36801"/>
                  <a:pt x="92966" y="32336"/>
                </a:cubicBezTo>
                <a:cubicBezTo>
                  <a:pt x="92966" y="27871"/>
                  <a:pt x="89347" y="24252"/>
                  <a:pt x="84882" y="24252"/>
                </a:cubicBezTo>
                <a:cubicBezTo>
                  <a:pt x="80418" y="24252"/>
                  <a:pt x="76798" y="27871"/>
                  <a:pt x="76798" y="32336"/>
                </a:cubicBezTo>
                <a:moveTo>
                  <a:pt x="84882" y="40420"/>
                </a:moveTo>
                <a:lnTo>
                  <a:pt x="84882" y="68714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7451030" y="4121162"/>
            <a:ext cx="93128" cy="92968"/>
          </a:xfrm>
          <a:custGeom>
            <a:avLst/>
            <a:gdLst/>
            <a:ahLst/>
            <a:cxnLst/>
            <a:rect l="0" t="0" r="0" b="0"/>
            <a:pathLst>
              <a:path w="93128" h="92968">
                <a:moveTo>
                  <a:pt x="19179" y="50828"/>
                </a:moveTo>
                <a:cubicBezTo>
                  <a:pt x="20954" y="53163"/>
                  <a:pt x="23758" y="54484"/>
                  <a:pt x="26689" y="54365"/>
                </a:cubicBezTo>
                <a:cubicBezTo>
                  <a:pt x="31293" y="54365"/>
                  <a:pt x="35024" y="51564"/>
                  <a:pt x="35024" y="48112"/>
                </a:cubicBezTo>
                <a:cubicBezTo>
                  <a:pt x="35024" y="44660"/>
                  <a:pt x="31293" y="41863"/>
                  <a:pt x="26689" y="41863"/>
                </a:cubicBezTo>
                <a:cubicBezTo>
                  <a:pt x="22085" y="41863"/>
                  <a:pt x="18350" y="39062"/>
                  <a:pt x="18350" y="35606"/>
                </a:cubicBezTo>
                <a:cubicBezTo>
                  <a:pt x="18350" y="32150"/>
                  <a:pt x="22085" y="29353"/>
                  <a:pt x="26689" y="29353"/>
                </a:cubicBezTo>
                <a:cubicBezTo>
                  <a:pt x="29620" y="29235"/>
                  <a:pt x="32423" y="30556"/>
                  <a:pt x="34199" y="32890"/>
                </a:cubicBezTo>
                <a:moveTo>
                  <a:pt x="26689" y="54365"/>
                </a:moveTo>
                <a:lnTo>
                  <a:pt x="26689" y="58532"/>
                </a:lnTo>
                <a:moveTo>
                  <a:pt x="26689" y="25185"/>
                </a:moveTo>
                <a:lnTo>
                  <a:pt x="26689" y="29353"/>
                </a:lnTo>
                <a:moveTo>
                  <a:pt x="56750" y="46483"/>
                </a:moveTo>
                <a:lnTo>
                  <a:pt x="89086" y="46483"/>
                </a:lnTo>
                <a:cubicBezTo>
                  <a:pt x="89086" y="46483"/>
                  <a:pt x="93128" y="46483"/>
                  <a:pt x="93128" y="50525"/>
                </a:cubicBezTo>
                <a:lnTo>
                  <a:pt x="93128" y="81851"/>
                </a:lnTo>
                <a:cubicBezTo>
                  <a:pt x="93128" y="81851"/>
                  <a:pt x="93128" y="85893"/>
                  <a:pt x="89086" y="85893"/>
                </a:cubicBezTo>
                <a:lnTo>
                  <a:pt x="56750" y="85893"/>
                </a:lnTo>
                <a:cubicBezTo>
                  <a:pt x="56750" y="85893"/>
                  <a:pt x="52708" y="85893"/>
                  <a:pt x="52708" y="81851"/>
                </a:cubicBezTo>
                <a:lnTo>
                  <a:pt x="52708" y="50525"/>
                </a:lnTo>
                <a:cubicBezTo>
                  <a:pt x="52708" y="50525"/>
                  <a:pt x="52708" y="46483"/>
                  <a:pt x="56750" y="46483"/>
                </a:cubicBezTo>
                <a:moveTo>
                  <a:pt x="58771" y="85893"/>
                </a:moveTo>
                <a:lnTo>
                  <a:pt x="58771" y="92966"/>
                </a:lnTo>
                <a:moveTo>
                  <a:pt x="87065" y="85893"/>
                </a:moveTo>
                <a:lnTo>
                  <a:pt x="87065" y="92966"/>
                </a:lnTo>
                <a:moveTo>
                  <a:pt x="52708" y="64672"/>
                </a:moveTo>
                <a:lnTo>
                  <a:pt x="93128" y="64672"/>
                </a:lnTo>
                <a:moveTo>
                  <a:pt x="63318" y="73767"/>
                </a:moveTo>
                <a:cubicBezTo>
                  <a:pt x="63720" y="73766"/>
                  <a:pt x="64107" y="73925"/>
                  <a:pt x="64391" y="74210"/>
                </a:cubicBezTo>
                <a:cubicBezTo>
                  <a:pt x="64676" y="74494"/>
                  <a:pt x="64835" y="74880"/>
                  <a:pt x="64834" y="75283"/>
                </a:cubicBezTo>
                <a:moveTo>
                  <a:pt x="61802" y="75283"/>
                </a:moveTo>
                <a:cubicBezTo>
                  <a:pt x="61802" y="74445"/>
                  <a:pt x="62481" y="73767"/>
                  <a:pt x="63318" y="73767"/>
                </a:cubicBezTo>
                <a:moveTo>
                  <a:pt x="61802" y="75283"/>
                </a:moveTo>
                <a:cubicBezTo>
                  <a:pt x="61802" y="76120"/>
                  <a:pt x="62481" y="76798"/>
                  <a:pt x="63318" y="76798"/>
                </a:cubicBezTo>
                <a:moveTo>
                  <a:pt x="63318" y="76798"/>
                </a:moveTo>
                <a:cubicBezTo>
                  <a:pt x="63720" y="76799"/>
                  <a:pt x="64107" y="76640"/>
                  <a:pt x="64391" y="76356"/>
                </a:cubicBezTo>
                <a:cubicBezTo>
                  <a:pt x="64676" y="76071"/>
                  <a:pt x="64835" y="75685"/>
                  <a:pt x="64834" y="75283"/>
                </a:cubicBezTo>
                <a:moveTo>
                  <a:pt x="82538" y="73767"/>
                </a:moveTo>
                <a:cubicBezTo>
                  <a:pt x="82940" y="73766"/>
                  <a:pt x="83327" y="73925"/>
                  <a:pt x="83611" y="74210"/>
                </a:cubicBezTo>
                <a:cubicBezTo>
                  <a:pt x="83896" y="74494"/>
                  <a:pt x="84055" y="74880"/>
                  <a:pt x="84054" y="75283"/>
                </a:cubicBezTo>
                <a:moveTo>
                  <a:pt x="81002" y="75283"/>
                </a:moveTo>
                <a:cubicBezTo>
                  <a:pt x="81002" y="74445"/>
                  <a:pt x="81681" y="73767"/>
                  <a:pt x="82518" y="73767"/>
                </a:cubicBezTo>
                <a:moveTo>
                  <a:pt x="81022" y="75283"/>
                </a:moveTo>
                <a:cubicBezTo>
                  <a:pt x="81022" y="76120"/>
                  <a:pt x="81701" y="76798"/>
                  <a:pt x="82538" y="76798"/>
                </a:cubicBezTo>
                <a:moveTo>
                  <a:pt x="82518" y="76798"/>
                </a:moveTo>
                <a:cubicBezTo>
                  <a:pt x="82920" y="76799"/>
                  <a:pt x="83306" y="76640"/>
                  <a:pt x="83591" y="76356"/>
                </a:cubicBezTo>
                <a:cubicBezTo>
                  <a:pt x="83875" y="76071"/>
                  <a:pt x="84035" y="75685"/>
                  <a:pt x="84034" y="75283"/>
                </a:cubicBezTo>
                <a:moveTo>
                  <a:pt x="0" y="76798"/>
                </a:moveTo>
                <a:lnTo>
                  <a:pt x="44462" y="76798"/>
                </a:lnTo>
                <a:moveTo>
                  <a:pt x="26273" y="83872"/>
                </a:moveTo>
                <a:cubicBezTo>
                  <a:pt x="26004" y="83871"/>
                  <a:pt x="25747" y="83977"/>
                  <a:pt x="25557" y="84167"/>
                </a:cubicBezTo>
                <a:cubicBezTo>
                  <a:pt x="25367" y="84356"/>
                  <a:pt x="25261" y="84614"/>
                  <a:pt x="25262" y="84882"/>
                </a:cubicBezTo>
                <a:lnTo>
                  <a:pt x="25262" y="84882"/>
                </a:lnTo>
                <a:cubicBezTo>
                  <a:pt x="25261" y="85151"/>
                  <a:pt x="25367" y="85408"/>
                  <a:pt x="25557" y="85598"/>
                </a:cubicBezTo>
                <a:cubicBezTo>
                  <a:pt x="25747" y="85788"/>
                  <a:pt x="26004" y="85894"/>
                  <a:pt x="26273" y="85893"/>
                </a:cubicBezTo>
                <a:lnTo>
                  <a:pt x="26273" y="85893"/>
                </a:lnTo>
                <a:cubicBezTo>
                  <a:pt x="26831" y="85893"/>
                  <a:pt x="27283" y="85440"/>
                  <a:pt x="27283" y="84882"/>
                </a:cubicBezTo>
                <a:lnTo>
                  <a:pt x="27283" y="84882"/>
                </a:lnTo>
                <a:cubicBezTo>
                  <a:pt x="27283" y="84324"/>
                  <a:pt x="26831" y="83872"/>
                  <a:pt x="26273" y="83872"/>
                </a:cubicBezTo>
                <a:moveTo>
                  <a:pt x="26273" y="83872"/>
                </a:moveTo>
                <a:lnTo>
                  <a:pt x="26273" y="83872"/>
                </a:lnTo>
                <a:moveTo>
                  <a:pt x="47615" y="92328"/>
                </a:moveTo>
                <a:cubicBezTo>
                  <a:pt x="46618" y="92751"/>
                  <a:pt x="45545" y="92968"/>
                  <a:pt x="44462" y="92966"/>
                </a:cubicBezTo>
                <a:lnTo>
                  <a:pt x="8084" y="92966"/>
                </a:lnTo>
                <a:cubicBezTo>
                  <a:pt x="3619" y="92966"/>
                  <a:pt x="0" y="89347"/>
                  <a:pt x="0" y="84882"/>
                </a:cubicBezTo>
                <a:lnTo>
                  <a:pt x="0" y="8084"/>
                </a:lnTo>
                <a:cubicBezTo>
                  <a:pt x="0" y="3619"/>
                  <a:pt x="3619" y="0"/>
                  <a:pt x="8084" y="0"/>
                </a:cubicBezTo>
                <a:lnTo>
                  <a:pt x="44462" y="0"/>
                </a:lnTo>
                <a:cubicBezTo>
                  <a:pt x="48927" y="0"/>
                  <a:pt x="52546" y="3619"/>
                  <a:pt x="52546" y="8084"/>
                </a:cubicBezTo>
                <a:lnTo>
                  <a:pt x="52546" y="36378"/>
                </a:lnTo>
              </a:path>
            </a:pathLst>
          </a:custGeom>
          <a:noFill/>
          <a:ln w="6063">
            <a:solidFill>
              <a:srgbClr val="1AC3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813309" y="3477716"/>
            <a:ext cx="228690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Passenger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05229" y="4011234"/>
            <a:ext cx="198282" cy="56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00" b="0">
                <a:solidFill>
                  <a:srgbClr val="1AC3FB"/>
                </a:solidFill>
                <a:latin typeface="Roboto"/>
              </a:rPr>
              <a:t>Start Trip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